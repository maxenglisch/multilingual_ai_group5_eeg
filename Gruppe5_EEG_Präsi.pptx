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64" r:id="rId5"/>
    <p:sldId id="257" r:id="rId6"/>
    <p:sldId id="258" r:id="rId7"/>
    <p:sldId id="262" r:id="rId8"/>
    <p:sldId id="260" r:id="rId9"/>
    <p:sldId id="269" r:id="rId10"/>
    <p:sldId id="273" r:id="rId11"/>
    <p:sldId id="270" r:id="rId12"/>
    <p:sldId id="271" r:id="rId13"/>
    <p:sldId id="274" r:id="rId14"/>
    <p:sldId id="275" r:id="rId15"/>
    <p:sldId id="26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AEF7"/>
    <a:srgbClr val="011844"/>
    <a:srgbClr val="3AB4E2"/>
    <a:srgbClr val="002C5E"/>
    <a:srgbClr val="012963"/>
    <a:srgbClr val="0CB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E3A82-4AA6-7CBE-4517-B9C1BCC2AAF8}" v="218" dt="2026-05-14T15:06:57.288"/>
    <p1510:client id="{1F699EFB-4718-38DF-AAC6-C1154DE7FF4D}" v="67" dt="2026-05-14T13:52:49.694"/>
    <p1510:client id="{2BA90379-69F1-155A-85EC-1A3E53C6329D}" v="2" dt="2026-05-14T14:30:24.390"/>
    <p1510:client id="{3907E17E-7995-FCA9-1278-190A17391D21}" v="1" dt="2026-05-14T13:31:54.322"/>
    <p1510:client id="{3CD82367-2FFC-86C0-44FF-E739B20A13DC}" v="461" dt="2026-05-14T23:59:48.464"/>
    <p1510:client id="{6A88D59E-C6AE-A273-3AFE-CDC4895329A9}" v="19" dt="2026-05-14T15:57:30.969"/>
    <p1510:client id="{7232B98B-A154-4143-8B69-30CFEE2EC2E4}" v="375" dt="2026-05-14T16:02:34.496"/>
    <p1510:client id="{804291B2-A84E-51E7-C0B0-A38845E56524}" v="3594" dt="2026-05-14T23:41:15.506"/>
    <p1510:client id="{ACA0921F-D88D-969F-C429-CF9FB800C8E4}" v="266" dt="2026-05-14T20:48:39.923"/>
    <p1510:client id="{C2FCEEEB-DD8C-95B2-C222-8C115AF61169}" v="412" dt="2026-05-14T15:47:42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879BD-0ED2-4231-971A-A7F9A7880CF3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29CB6F7-ED94-4758-9ACC-50A4518C6F60}">
      <dgm:prSet phldrT="[Text]" phldr="0"/>
      <dgm:spPr/>
      <dgm:t>
        <a:bodyPr/>
        <a:lstStyle/>
        <a:p>
          <a:pPr rtl="0"/>
          <a:r>
            <a:rPr lang="de-DE" err="1">
              <a:latin typeface="Aptos Display" panose="020F0302020204030204"/>
            </a:rPr>
            <a:t>Overview</a:t>
          </a:r>
          <a:endParaRPr lang="de-DE"/>
        </a:p>
      </dgm:t>
    </dgm:pt>
    <dgm:pt modelId="{58742143-C185-4471-AD75-12A9BFC8420E}" type="parTrans" cxnId="{687AAFA3-9554-434B-AF61-5F27BCFBC14A}">
      <dgm:prSet/>
      <dgm:spPr/>
      <dgm:t>
        <a:bodyPr/>
        <a:lstStyle/>
        <a:p>
          <a:endParaRPr lang="de-DE"/>
        </a:p>
      </dgm:t>
    </dgm:pt>
    <dgm:pt modelId="{690CD3E0-2B5C-465A-A7DC-CE1FD416E957}" type="sibTrans" cxnId="{687AAFA3-9554-434B-AF61-5F27BCFBC14A}">
      <dgm:prSet/>
      <dgm:spPr/>
      <dgm:t>
        <a:bodyPr/>
        <a:lstStyle/>
        <a:p>
          <a:endParaRPr lang="de-DE"/>
        </a:p>
      </dgm:t>
    </dgm:pt>
    <dgm:pt modelId="{283F5C03-9822-4FE2-92B3-A411A040F4EB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Wireless EEG </a:t>
          </a:r>
          <a:r>
            <a:rPr lang="de-DE" err="1">
              <a:latin typeface="Aptos Display" panose="020F0302020204030204"/>
            </a:rPr>
            <a:t>system</a:t>
          </a:r>
          <a:r>
            <a:rPr lang="de-DE">
              <a:latin typeface="Aptos Display" panose="020F0302020204030204"/>
            </a:rPr>
            <a:t> </a:t>
          </a:r>
          <a:r>
            <a:rPr lang="de-DE" err="1">
              <a:latin typeface="Aptos Display" panose="020F0302020204030204"/>
            </a:rPr>
            <a:t>for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measuring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electrical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brain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activity</a:t>
          </a:r>
          <a:endParaRPr lang="de-DE"/>
        </a:p>
      </dgm:t>
    </dgm:pt>
    <dgm:pt modelId="{FA4E0B6A-F1CF-4212-A475-89D70BA19297}" type="parTrans" cxnId="{8647687A-DC4A-4B38-BD41-B7578FAF9D9E}">
      <dgm:prSet/>
      <dgm:spPr/>
      <dgm:t>
        <a:bodyPr/>
        <a:lstStyle/>
        <a:p>
          <a:endParaRPr lang="de-DE"/>
        </a:p>
      </dgm:t>
    </dgm:pt>
    <dgm:pt modelId="{C1FBDFCE-FDC7-4DBD-9950-40EF05B874F4}" type="sibTrans" cxnId="{8647687A-DC4A-4B38-BD41-B7578FAF9D9E}">
      <dgm:prSet/>
      <dgm:spPr/>
      <dgm:t>
        <a:bodyPr/>
        <a:lstStyle/>
        <a:p>
          <a:endParaRPr lang="de-DE"/>
        </a:p>
      </dgm:t>
    </dgm:pt>
    <dgm:pt modelId="{52AE09C9-D353-4828-AC77-8CA8500AB00D}">
      <dgm:prSet phldrT="[Text]" phldr="0"/>
      <dgm:spPr/>
      <dgm:t>
        <a:bodyPr/>
        <a:lstStyle/>
        <a:p>
          <a:pPr rtl="0"/>
          <a:r>
            <a:rPr lang="de-DE" b="0">
              <a:latin typeface="Aptos Display" panose="020F0302020204030204"/>
            </a:rPr>
            <a:t>Works </a:t>
          </a:r>
          <a:r>
            <a:rPr lang="de-DE" b="0" err="1">
              <a:latin typeface="Aptos Display" panose="020F0302020204030204"/>
            </a:rPr>
            <a:t>with</a:t>
          </a:r>
          <a:r>
            <a:rPr lang="de-DE" b="0">
              <a:latin typeface="Aptos Display" panose="020F0302020204030204"/>
            </a:rPr>
            <a:t> </a:t>
          </a:r>
          <a:r>
            <a:rPr lang="de-DE" b="0" err="1">
              <a:latin typeface="Aptos Display" panose="020F0302020204030204"/>
            </a:rPr>
            <a:t>saline</a:t>
          </a:r>
          <a:r>
            <a:rPr lang="de-DE" b="0">
              <a:latin typeface="Aptos Display" panose="020F0302020204030204"/>
            </a:rPr>
            <a:t> </a:t>
          </a:r>
          <a:r>
            <a:rPr lang="de-DE" b="0" err="1">
              <a:latin typeface="Aptos Display" panose="020F0302020204030204"/>
            </a:rPr>
            <a:t>sensors</a:t>
          </a:r>
          <a:r>
            <a:rPr lang="de-DE" b="0">
              <a:latin typeface="Aptos Display" panose="020F0302020204030204"/>
            </a:rPr>
            <a:t> (</a:t>
          </a:r>
          <a:r>
            <a:rPr lang="de-DE" b="0" err="1"/>
            <a:t>saltwater</a:t>
          </a:r>
          <a:r>
            <a:rPr lang="de-DE" b="0"/>
            <a:t> </a:t>
          </a:r>
          <a:r>
            <a:rPr lang="de-DE" b="0" err="1"/>
            <a:t>solution</a:t>
          </a:r>
          <a:r>
            <a:rPr lang="de-DE" b="0">
              <a:latin typeface="Aptos Display" panose="020F0302020204030204"/>
            </a:rPr>
            <a:t>)</a:t>
          </a:r>
          <a:endParaRPr lang="de-DE"/>
        </a:p>
      </dgm:t>
    </dgm:pt>
    <dgm:pt modelId="{04B07E30-CD9A-43E8-BC7C-6840BD9EDDEB}" type="parTrans" cxnId="{B1621531-0AAD-4239-820E-8D4C84F6E0FD}">
      <dgm:prSet/>
      <dgm:spPr/>
      <dgm:t>
        <a:bodyPr/>
        <a:lstStyle/>
        <a:p>
          <a:endParaRPr lang="de-DE"/>
        </a:p>
      </dgm:t>
    </dgm:pt>
    <dgm:pt modelId="{2C4D2EB5-8EA1-436E-A21D-36E97C3C67D5}" type="sibTrans" cxnId="{B1621531-0AAD-4239-820E-8D4C84F6E0FD}">
      <dgm:prSet/>
      <dgm:spPr/>
      <dgm:t>
        <a:bodyPr/>
        <a:lstStyle/>
        <a:p>
          <a:endParaRPr lang="de-DE"/>
        </a:p>
      </dgm:t>
    </dgm:pt>
    <dgm:pt modelId="{581FEE0B-9327-4093-A618-F66DD1BF96D8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Connection via Bluetooth</a:t>
          </a:r>
          <a:endParaRPr lang="de-DE"/>
        </a:p>
      </dgm:t>
    </dgm:pt>
    <dgm:pt modelId="{9FEA4751-4916-4149-BE77-9805DB4C9269}" type="parTrans" cxnId="{E541C13C-532B-4DF7-8E31-B789B79A8AE0}">
      <dgm:prSet/>
      <dgm:spPr/>
      <dgm:t>
        <a:bodyPr/>
        <a:lstStyle/>
        <a:p>
          <a:endParaRPr lang="de-DE"/>
        </a:p>
      </dgm:t>
    </dgm:pt>
    <dgm:pt modelId="{3EC78902-9031-4309-BEBA-9EA1AF75F3FB}" type="sibTrans" cxnId="{E541C13C-532B-4DF7-8E31-B789B79A8AE0}">
      <dgm:prSet/>
      <dgm:spPr/>
      <dgm:t>
        <a:bodyPr/>
        <a:lstStyle/>
        <a:p>
          <a:endParaRPr lang="de-DE"/>
        </a:p>
      </dgm:t>
    </dgm:pt>
    <dgm:pt modelId="{D595C949-D7F5-4A58-9573-7153DBEB44AC}">
      <dgm:prSet phldrT="[Text]" phldr="0"/>
      <dgm:spPr/>
      <dgm:t>
        <a:bodyPr/>
        <a:lstStyle/>
        <a:p>
          <a:r>
            <a:rPr lang="de-DE">
              <a:latin typeface="Aptos Display" panose="020F0302020204030204"/>
            </a:rPr>
            <a:t>Features</a:t>
          </a:r>
          <a:endParaRPr lang="de-DE"/>
        </a:p>
      </dgm:t>
    </dgm:pt>
    <dgm:pt modelId="{D7839520-7C86-47F4-8BC7-05820D0B58DD}" type="parTrans" cxnId="{9A7E9428-C72F-402E-B1EE-7DBB51A68253}">
      <dgm:prSet/>
      <dgm:spPr/>
      <dgm:t>
        <a:bodyPr/>
        <a:lstStyle/>
        <a:p>
          <a:endParaRPr lang="de-DE"/>
        </a:p>
      </dgm:t>
    </dgm:pt>
    <dgm:pt modelId="{CB683706-CE5F-49E7-82F3-0D79927019B2}" type="sibTrans" cxnId="{9A7E9428-C72F-402E-B1EE-7DBB51A68253}">
      <dgm:prSet/>
      <dgm:spPr/>
      <dgm:t>
        <a:bodyPr/>
        <a:lstStyle/>
        <a:p>
          <a:endParaRPr lang="de-DE"/>
        </a:p>
      </dgm:t>
    </dgm:pt>
    <dgm:pt modelId="{82A7B6D8-6A1A-4642-A320-DBDD5BEF2C6E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 32 </a:t>
          </a:r>
          <a:r>
            <a:rPr lang="de-DE" err="1">
              <a:latin typeface="Aptos Display" panose="020F0302020204030204"/>
            </a:rPr>
            <a:t>silver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chloride</a:t>
          </a:r>
          <a:r>
            <a:rPr lang="de-DE">
              <a:latin typeface="Aptos Display" panose="020F0302020204030204"/>
            </a:rPr>
            <a:t> EEG </a:t>
          </a:r>
          <a:r>
            <a:rPr lang="de-DE" err="1">
              <a:latin typeface="Aptos Display" panose="020F0302020204030204"/>
            </a:rPr>
            <a:t>sensors</a:t>
          </a:r>
          <a:endParaRPr lang="de-DE" err="1"/>
        </a:p>
      </dgm:t>
    </dgm:pt>
    <dgm:pt modelId="{28780D35-9BF2-4122-B675-53F27A6F26C7}" type="parTrans" cxnId="{A09F53DE-BB6D-4D46-9AFE-1F3928FF659F}">
      <dgm:prSet/>
      <dgm:spPr/>
      <dgm:t>
        <a:bodyPr/>
        <a:lstStyle/>
        <a:p>
          <a:endParaRPr lang="de-DE"/>
        </a:p>
      </dgm:t>
    </dgm:pt>
    <dgm:pt modelId="{851A3D44-BB00-4A2E-9C23-09805A2DE8EE}" type="sibTrans" cxnId="{A09F53DE-BB6D-4D46-9AFE-1F3928FF659F}">
      <dgm:prSet/>
      <dgm:spPr/>
      <dgm:t>
        <a:bodyPr/>
        <a:lstStyle/>
        <a:p>
          <a:endParaRPr lang="de-DE"/>
        </a:p>
      </dgm:t>
    </dgm:pt>
    <dgm:pt modelId="{625CE667-1186-4B8A-9C24-64BA7FFC6A36}">
      <dgm:prSet phldrT="[Text]" phldr="0"/>
      <dgm:spPr/>
      <dgm:t>
        <a:bodyPr/>
        <a:lstStyle/>
        <a:p>
          <a:pPr rtl="0"/>
          <a:r>
            <a:rPr lang="de-DE" err="1">
              <a:latin typeface="Aptos Display" panose="020F0302020204030204"/>
            </a:rPr>
            <a:t>Battery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life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up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to</a:t>
          </a:r>
          <a:r>
            <a:rPr lang="de-DE">
              <a:latin typeface="Aptos Display" panose="020F0302020204030204"/>
            </a:rPr>
            <a:t> 6 </a:t>
          </a:r>
          <a:r>
            <a:rPr lang="de-DE" err="1">
              <a:latin typeface="Aptos Display" panose="020F0302020204030204"/>
            </a:rPr>
            <a:t>hours</a:t>
          </a:r>
        </a:p>
      </dgm:t>
    </dgm:pt>
    <dgm:pt modelId="{FA31FF53-670C-4586-925A-CA7ECA008790}" type="parTrans" cxnId="{221FBF53-998A-447B-A56D-957AC3144DA9}">
      <dgm:prSet/>
      <dgm:spPr/>
    </dgm:pt>
    <dgm:pt modelId="{C89D6116-A2AC-415F-BBDF-BB1AD7FDBAB0}" type="sibTrans" cxnId="{221FBF53-998A-447B-A56D-957AC3144DA9}">
      <dgm:prSet/>
      <dgm:spPr/>
    </dgm:pt>
    <dgm:pt modelId="{9F056955-CC0D-43EF-9810-58DA77685516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Flexible </a:t>
          </a:r>
          <a:r>
            <a:rPr lang="de-DE" err="1">
              <a:latin typeface="Aptos Display" panose="020F0302020204030204"/>
            </a:rPr>
            <a:t>sensor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placement</a:t>
          </a:r>
          <a:r>
            <a:rPr lang="de-DE">
              <a:latin typeface="Aptos Display" panose="020F0302020204030204"/>
            </a:rPr>
            <a:t> on </a:t>
          </a:r>
          <a:r>
            <a:rPr lang="de-DE" err="1">
              <a:latin typeface="Aptos Display" panose="020F0302020204030204"/>
            </a:rPr>
            <a:t>the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scalp</a:t>
          </a:r>
        </a:p>
      </dgm:t>
    </dgm:pt>
    <dgm:pt modelId="{A28094F7-5C84-4D04-B2B6-39EC49C6CC39}" type="parTrans" cxnId="{15677355-A225-428F-9A5F-4483EF3D852B}">
      <dgm:prSet/>
      <dgm:spPr/>
    </dgm:pt>
    <dgm:pt modelId="{59C78932-F749-47F1-9EB4-04418936F16F}" type="sibTrans" cxnId="{15677355-A225-428F-9A5F-4483EF3D852B}">
      <dgm:prSet/>
      <dgm:spPr/>
    </dgm:pt>
    <dgm:pt modelId="{2BB5FA5D-E7D5-4786-B86C-5F1ACE4361FE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Flexible </a:t>
          </a:r>
          <a:r>
            <a:rPr lang="de-DE" err="1">
              <a:latin typeface="Aptos Display" panose="020F0302020204030204"/>
            </a:rPr>
            <a:t>cap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size</a:t>
          </a:r>
          <a:endParaRPr lang="de-DE">
            <a:latin typeface="Aptos Display" panose="020F0302020204030204"/>
          </a:endParaRPr>
        </a:p>
      </dgm:t>
    </dgm:pt>
    <dgm:pt modelId="{8BE34117-09C1-4501-AE73-1CF3894FB93F}" type="parTrans" cxnId="{B0F2AEA7-3334-4918-B730-9926DBD0B69A}">
      <dgm:prSet/>
      <dgm:spPr/>
    </dgm:pt>
    <dgm:pt modelId="{DEE9E289-AB49-4273-BCDB-73A4C2A8C081}" type="sibTrans" cxnId="{B0F2AEA7-3334-4918-B730-9926DBD0B69A}">
      <dgm:prSet/>
      <dgm:spPr/>
    </dgm:pt>
    <dgm:pt modelId="{B770AABD-A4F5-4331-840E-2DF4DB532214}">
      <dgm:prSet phldrT="[Text]" phldr="0"/>
      <dgm:spPr/>
      <dgm:t>
        <a:bodyPr/>
        <a:lstStyle/>
        <a:p>
          <a:pPr rtl="0"/>
          <a:r>
            <a:rPr lang="de-DE" err="1">
              <a:latin typeface="Aptos Display" panose="020F0302020204030204"/>
            </a:rPr>
            <a:t>Limitations</a:t>
          </a:r>
        </a:p>
      </dgm:t>
    </dgm:pt>
    <dgm:pt modelId="{C10234B7-1459-46DC-B54C-7A3A9A6C5369}" type="parTrans" cxnId="{49B64ED4-0252-4294-9847-735642C86E6B}">
      <dgm:prSet/>
      <dgm:spPr/>
    </dgm:pt>
    <dgm:pt modelId="{40D0F028-F01F-4635-BC62-33261F770676}" type="sibTrans" cxnId="{49B64ED4-0252-4294-9847-735642C86E6B}">
      <dgm:prSet/>
      <dgm:spPr/>
    </dgm:pt>
    <dgm:pt modelId="{4286C479-2674-471A-95F4-D5D565D1D9E5}">
      <dgm:prSet phldrT="[Text]" phldr="0"/>
      <dgm:spPr/>
      <dgm:t>
        <a:bodyPr/>
        <a:lstStyle/>
        <a:p>
          <a:pPr rtl="0"/>
          <a:r>
            <a:rPr lang="de-DE" err="1">
              <a:latin typeface="Aptos Display" panose="020F0302020204030204"/>
            </a:rPr>
            <a:t>Correct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sensor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placement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is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important</a:t>
          </a:r>
        </a:p>
      </dgm:t>
    </dgm:pt>
    <dgm:pt modelId="{5C8EBD18-D841-43EA-AACC-3C20AC7A828C}" type="parTrans" cxnId="{29EFCA77-300C-4CB0-BF41-B8976961A4EA}">
      <dgm:prSet/>
      <dgm:spPr/>
    </dgm:pt>
    <dgm:pt modelId="{2FC31EA4-38AB-4675-A248-B42EB8827A3E}" type="sibTrans" cxnId="{29EFCA77-300C-4CB0-BF41-B8976961A4EA}">
      <dgm:prSet/>
      <dgm:spPr/>
    </dgm:pt>
    <dgm:pt modelId="{1BB1400E-2447-4DDA-BFC2-27452F96F758}">
      <dgm:prSet phldrT="[Text]"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Saline </a:t>
          </a:r>
          <a:r>
            <a:rPr lang="de-DE" err="1">
              <a:latin typeface="Aptos Display" panose="020F0302020204030204"/>
            </a:rPr>
            <a:t>solution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may</a:t>
          </a:r>
          <a:r>
            <a:rPr lang="de-DE">
              <a:latin typeface="Aptos Display" panose="020F0302020204030204"/>
            </a:rPr>
            <a:t> dry out </a:t>
          </a:r>
          <a:r>
            <a:rPr lang="de-DE" err="1">
              <a:latin typeface="Aptos Display" panose="020F0302020204030204"/>
            </a:rPr>
            <a:t>over</a:t>
          </a:r>
          <a:r>
            <a:rPr lang="de-DE">
              <a:latin typeface="Aptos Display" panose="020F0302020204030204"/>
            </a:rPr>
            <a:t> time and </a:t>
          </a:r>
          <a:r>
            <a:rPr lang="de-DE" err="1">
              <a:latin typeface="Aptos Display" panose="020F0302020204030204"/>
            </a:rPr>
            <a:t>reduce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signal</a:t>
          </a:r>
          <a:r>
            <a:rPr lang="de-DE">
              <a:latin typeface="Aptos Display" panose="020F0302020204030204"/>
            </a:rPr>
            <a:t> </a:t>
          </a:r>
          <a:r>
            <a:rPr lang="de-DE" err="1">
              <a:latin typeface="Aptos Display" panose="020F0302020204030204"/>
            </a:rPr>
            <a:t>quality</a:t>
          </a:r>
        </a:p>
      </dgm:t>
    </dgm:pt>
    <dgm:pt modelId="{44079804-BEEA-48F4-B9C0-6B89B51B4375}" type="parTrans" cxnId="{AB3C2A4B-7F5F-47A0-A946-15E79B078150}">
      <dgm:prSet/>
      <dgm:spPr/>
    </dgm:pt>
    <dgm:pt modelId="{5A2E1457-8EC9-4CF5-8CA5-0D0C9CE3A71C}" type="sibTrans" cxnId="{AB3C2A4B-7F5F-47A0-A946-15E79B078150}">
      <dgm:prSet/>
      <dgm:spPr/>
    </dgm:pt>
    <dgm:pt modelId="{2D666140-4BE6-47E8-AA3F-33CEE8E0A41D}" type="pres">
      <dgm:prSet presAssocID="{0CE879BD-0ED2-4231-971A-A7F9A7880CF3}" presName="Name0" presStyleCnt="0">
        <dgm:presLayoutVars>
          <dgm:dir/>
          <dgm:animLvl val="lvl"/>
          <dgm:resizeHandles val="exact"/>
        </dgm:presLayoutVars>
      </dgm:prSet>
      <dgm:spPr/>
    </dgm:pt>
    <dgm:pt modelId="{21C44D76-FDAC-4391-B5B5-DAC0CEA4F762}" type="pres">
      <dgm:prSet presAssocID="{429CB6F7-ED94-4758-9ACC-50A4518C6F60}" presName="compositeNode" presStyleCnt="0">
        <dgm:presLayoutVars>
          <dgm:bulletEnabled val="1"/>
        </dgm:presLayoutVars>
      </dgm:prSet>
      <dgm:spPr/>
    </dgm:pt>
    <dgm:pt modelId="{2D57278F-3572-4D40-ACBE-28DA838E2429}" type="pres">
      <dgm:prSet presAssocID="{429CB6F7-ED94-4758-9ACC-50A4518C6F60}" presName="bgRect" presStyleLbl="node1" presStyleIdx="0" presStyleCnt="3"/>
      <dgm:spPr/>
    </dgm:pt>
    <dgm:pt modelId="{2D46FBB3-975A-422B-9910-9D3886D79589}" type="pres">
      <dgm:prSet presAssocID="{429CB6F7-ED94-4758-9ACC-50A4518C6F60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954E688D-83BA-4E89-AD64-968027AB0342}" type="pres">
      <dgm:prSet presAssocID="{429CB6F7-ED94-4758-9ACC-50A4518C6F60}" presName="childNode" presStyleLbl="node1" presStyleIdx="0" presStyleCnt="3">
        <dgm:presLayoutVars>
          <dgm:bulletEnabled val="1"/>
        </dgm:presLayoutVars>
      </dgm:prSet>
      <dgm:spPr/>
    </dgm:pt>
    <dgm:pt modelId="{4941FD9C-675F-4510-9443-70CAEA4C3C0B}" type="pres">
      <dgm:prSet presAssocID="{690CD3E0-2B5C-465A-A7DC-CE1FD416E957}" presName="hSp" presStyleCnt="0"/>
      <dgm:spPr/>
    </dgm:pt>
    <dgm:pt modelId="{214DB9D7-2775-493A-BA4D-B231F5D5843B}" type="pres">
      <dgm:prSet presAssocID="{690CD3E0-2B5C-465A-A7DC-CE1FD416E957}" presName="vProcSp" presStyleCnt="0"/>
      <dgm:spPr/>
    </dgm:pt>
    <dgm:pt modelId="{A97EFA23-7949-4506-A89B-A0160627F19E}" type="pres">
      <dgm:prSet presAssocID="{690CD3E0-2B5C-465A-A7DC-CE1FD416E957}" presName="vSp1" presStyleCnt="0"/>
      <dgm:spPr/>
    </dgm:pt>
    <dgm:pt modelId="{D728E029-964B-4A9C-B53A-C4386E7DF3D1}" type="pres">
      <dgm:prSet presAssocID="{690CD3E0-2B5C-465A-A7DC-CE1FD416E957}" presName="simulatedConn" presStyleLbl="solidFgAcc1" presStyleIdx="0" presStyleCnt="2"/>
      <dgm:spPr/>
    </dgm:pt>
    <dgm:pt modelId="{994BE9CD-C579-4A11-AB96-40CBF85AB02B}" type="pres">
      <dgm:prSet presAssocID="{690CD3E0-2B5C-465A-A7DC-CE1FD416E957}" presName="vSp2" presStyleCnt="0"/>
      <dgm:spPr/>
    </dgm:pt>
    <dgm:pt modelId="{E5DE9D4A-0612-4D73-94DC-20AA86B00627}" type="pres">
      <dgm:prSet presAssocID="{690CD3E0-2B5C-465A-A7DC-CE1FD416E957}" presName="sibTrans" presStyleCnt="0"/>
      <dgm:spPr/>
    </dgm:pt>
    <dgm:pt modelId="{3D97FCA4-714F-4D44-8016-93514C56C917}" type="pres">
      <dgm:prSet presAssocID="{D595C949-D7F5-4A58-9573-7153DBEB44AC}" presName="compositeNode" presStyleCnt="0">
        <dgm:presLayoutVars>
          <dgm:bulletEnabled val="1"/>
        </dgm:presLayoutVars>
      </dgm:prSet>
      <dgm:spPr/>
    </dgm:pt>
    <dgm:pt modelId="{C52312C2-2FD5-4FBF-9071-78485320A2C2}" type="pres">
      <dgm:prSet presAssocID="{D595C949-D7F5-4A58-9573-7153DBEB44AC}" presName="bgRect" presStyleLbl="node1" presStyleIdx="1" presStyleCnt="3"/>
      <dgm:spPr/>
    </dgm:pt>
    <dgm:pt modelId="{30FBFEFF-B6EB-42E7-B913-A924046FC7CC}" type="pres">
      <dgm:prSet presAssocID="{D595C949-D7F5-4A58-9573-7153DBEB44AC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0435E692-D2A4-450B-8282-9DD4150B7F16}" type="pres">
      <dgm:prSet presAssocID="{D595C949-D7F5-4A58-9573-7153DBEB44AC}" presName="childNode" presStyleLbl="node1" presStyleIdx="1" presStyleCnt="3">
        <dgm:presLayoutVars>
          <dgm:bulletEnabled val="1"/>
        </dgm:presLayoutVars>
      </dgm:prSet>
      <dgm:spPr/>
    </dgm:pt>
    <dgm:pt modelId="{76AF3425-8833-4D89-B177-5D25E8473CCE}" type="pres">
      <dgm:prSet presAssocID="{CB683706-CE5F-49E7-82F3-0D79927019B2}" presName="hSp" presStyleCnt="0"/>
      <dgm:spPr/>
    </dgm:pt>
    <dgm:pt modelId="{7B1D58B8-6BA4-47A8-9B28-8E0417256AB7}" type="pres">
      <dgm:prSet presAssocID="{CB683706-CE5F-49E7-82F3-0D79927019B2}" presName="vProcSp" presStyleCnt="0"/>
      <dgm:spPr/>
    </dgm:pt>
    <dgm:pt modelId="{0323177B-16FE-4B9A-9D86-52F7A64A8FCA}" type="pres">
      <dgm:prSet presAssocID="{CB683706-CE5F-49E7-82F3-0D79927019B2}" presName="vSp1" presStyleCnt="0"/>
      <dgm:spPr/>
    </dgm:pt>
    <dgm:pt modelId="{F54E6D14-F19D-4F9E-8BF1-6DA877067352}" type="pres">
      <dgm:prSet presAssocID="{CB683706-CE5F-49E7-82F3-0D79927019B2}" presName="simulatedConn" presStyleLbl="solidFgAcc1" presStyleIdx="1" presStyleCnt="2"/>
      <dgm:spPr/>
    </dgm:pt>
    <dgm:pt modelId="{20CEC396-4EA2-4AF7-813B-99A505C4A82F}" type="pres">
      <dgm:prSet presAssocID="{CB683706-CE5F-49E7-82F3-0D79927019B2}" presName="vSp2" presStyleCnt="0"/>
      <dgm:spPr/>
    </dgm:pt>
    <dgm:pt modelId="{6F881F0E-FCD4-40F4-B46A-BC69D813EC60}" type="pres">
      <dgm:prSet presAssocID="{CB683706-CE5F-49E7-82F3-0D79927019B2}" presName="sibTrans" presStyleCnt="0"/>
      <dgm:spPr/>
    </dgm:pt>
    <dgm:pt modelId="{A43EADCB-4DB8-48AD-B782-AE96B2D3A40D}" type="pres">
      <dgm:prSet presAssocID="{B770AABD-A4F5-4331-840E-2DF4DB532214}" presName="compositeNode" presStyleCnt="0">
        <dgm:presLayoutVars>
          <dgm:bulletEnabled val="1"/>
        </dgm:presLayoutVars>
      </dgm:prSet>
      <dgm:spPr/>
    </dgm:pt>
    <dgm:pt modelId="{356642D9-7B91-4D68-8E38-EFE762970D65}" type="pres">
      <dgm:prSet presAssocID="{B770AABD-A4F5-4331-840E-2DF4DB532214}" presName="bgRect" presStyleLbl="node1" presStyleIdx="2" presStyleCnt="3"/>
      <dgm:spPr/>
    </dgm:pt>
    <dgm:pt modelId="{DD97E349-1428-44F2-9300-AA1282E73DC0}" type="pres">
      <dgm:prSet presAssocID="{B770AABD-A4F5-4331-840E-2DF4DB532214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46FB9E01-1C7A-4155-955B-5FE0B1848322}" type="pres">
      <dgm:prSet presAssocID="{B770AABD-A4F5-4331-840E-2DF4DB532214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9A82612-67BF-43EA-B7AB-FBF9E7489D93}" type="presOf" srcId="{D595C949-D7F5-4A58-9573-7153DBEB44AC}" destId="{C52312C2-2FD5-4FBF-9071-78485320A2C2}" srcOrd="0" destOrd="0" presId="urn:microsoft.com/office/officeart/2005/8/layout/hProcess7"/>
    <dgm:cxn modelId="{9A7E9428-C72F-402E-B1EE-7DBB51A68253}" srcId="{0CE879BD-0ED2-4231-971A-A7F9A7880CF3}" destId="{D595C949-D7F5-4A58-9573-7153DBEB44AC}" srcOrd="1" destOrd="0" parTransId="{D7839520-7C86-47F4-8BC7-05820D0B58DD}" sibTransId="{CB683706-CE5F-49E7-82F3-0D79927019B2}"/>
    <dgm:cxn modelId="{B1621531-0AAD-4239-820E-8D4C84F6E0FD}" srcId="{429CB6F7-ED94-4758-9ACC-50A4518C6F60}" destId="{52AE09C9-D353-4828-AC77-8CA8500AB00D}" srcOrd="1" destOrd="0" parTransId="{04B07E30-CD9A-43E8-BC7C-6840BD9EDDEB}" sibTransId="{2C4D2EB5-8EA1-436E-A21D-36E97C3C67D5}"/>
    <dgm:cxn modelId="{E541C13C-532B-4DF7-8E31-B789B79A8AE0}" srcId="{429CB6F7-ED94-4758-9ACC-50A4518C6F60}" destId="{581FEE0B-9327-4093-A618-F66DD1BF96D8}" srcOrd="2" destOrd="0" parTransId="{9FEA4751-4916-4149-BE77-9805DB4C9269}" sibTransId="{3EC78902-9031-4309-BEBA-9EA1AF75F3FB}"/>
    <dgm:cxn modelId="{4870BF5B-4CD2-4A31-BB28-16D876F53517}" type="presOf" srcId="{625CE667-1186-4B8A-9C24-64BA7FFC6A36}" destId="{0435E692-D2A4-450B-8282-9DD4150B7F16}" srcOrd="0" destOrd="1" presId="urn:microsoft.com/office/officeart/2005/8/layout/hProcess7"/>
    <dgm:cxn modelId="{EBE59960-12CA-4FD1-9FD0-410D36AC95EB}" type="presOf" srcId="{B770AABD-A4F5-4331-840E-2DF4DB532214}" destId="{356642D9-7B91-4D68-8E38-EFE762970D65}" srcOrd="0" destOrd="0" presId="urn:microsoft.com/office/officeart/2005/8/layout/hProcess7"/>
    <dgm:cxn modelId="{93013962-344B-4AAD-A3E0-17024DAD023A}" type="presOf" srcId="{283F5C03-9822-4FE2-92B3-A411A040F4EB}" destId="{954E688D-83BA-4E89-AD64-968027AB0342}" srcOrd="0" destOrd="0" presId="urn:microsoft.com/office/officeart/2005/8/layout/hProcess7"/>
    <dgm:cxn modelId="{AB3C2A4B-7F5F-47A0-A946-15E79B078150}" srcId="{B770AABD-A4F5-4331-840E-2DF4DB532214}" destId="{1BB1400E-2447-4DDA-BFC2-27452F96F758}" srcOrd="1" destOrd="0" parTransId="{44079804-BEEA-48F4-B9C0-6B89B51B4375}" sibTransId="{5A2E1457-8EC9-4CF5-8CA5-0D0C9CE3A71C}"/>
    <dgm:cxn modelId="{221FBF53-998A-447B-A56D-957AC3144DA9}" srcId="{D595C949-D7F5-4A58-9573-7153DBEB44AC}" destId="{625CE667-1186-4B8A-9C24-64BA7FFC6A36}" srcOrd="1" destOrd="0" parTransId="{FA31FF53-670C-4586-925A-CA7ECA008790}" sibTransId="{C89D6116-A2AC-415F-BBDF-BB1AD7FDBAB0}"/>
    <dgm:cxn modelId="{0DE74074-DE72-43C1-BB7E-B5CBFEC9CA76}" type="presOf" srcId="{B770AABD-A4F5-4331-840E-2DF4DB532214}" destId="{DD97E349-1428-44F2-9300-AA1282E73DC0}" srcOrd="1" destOrd="0" presId="urn:microsoft.com/office/officeart/2005/8/layout/hProcess7"/>
    <dgm:cxn modelId="{15677355-A225-428F-9A5F-4483EF3D852B}" srcId="{D595C949-D7F5-4A58-9573-7153DBEB44AC}" destId="{9F056955-CC0D-43EF-9810-58DA77685516}" srcOrd="2" destOrd="0" parTransId="{A28094F7-5C84-4D04-B2B6-39EC49C6CC39}" sibTransId="{59C78932-F749-47F1-9EB4-04418936F16F}"/>
    <dgm:cxn modelId="{BD90D576-AD0D-437B-A55D-193E5214BB03}" type="presOf" srcId="{0CE879BD-0ED2-4231-971A-A7F9A7880CF3}" destId="{2D666140-4BE6-47E8-AA3F-33CEE8E0A41D}" srcOrd="0" destOrd="0" presId="urn:microsoft.com/office/officeart/2005/8/layout/hProcess7"/>
    <dgm:cxn modelId="{29EFCA77-300C-4CB0-BF41-B8976961A4EA}" srcId="{B770AABD-A4F5-4331-840E-2DF4DB532214}" destId="{4286C479-2674-471A-95F4-D5D565D1D9E5}" srcOrd="0" destOrd="0" parTransId="{5C8EBD18-D841-43EA-AACC-3C20AC7A828C}" sibTransId="{2FC31EA4-38AB-4675-A248-B42EB8827A3E}"/>
    <dgm:cxn modelId="{8647687A-DC4A-4B38-BD41-B7578FAF9D9E}" srcId="{429CB6F7-ED94-4758-9ACC-50A4518C6F60}" destId="{283F5C03-9822-4FE2-92B3-A411A040F4EB}" srcOrd="0" destOrd="0" parTransId="{FA4E0B6A-F1CF-4212-A475-89D70BA19297}" sibTransId="{C1FBDFCE-FDC7-4DBD-9950-40EF05B874F4}"/>
    <dgm:cxn modelId="{8F07357E-2F8E-4F87-93BF-23652B405110}" type="presOf" srcId="{D595C949-D7F5-4A58-9573-7153DBEB44AC}" destId="{30FBFEFF-B6EB-42E7-B913-A924046FC7CC}" srcOrd="1" destOrd="0" presId="urn:microsoft.com/office/officeart/2005/8/layout/hProcess7"/>
    <dgm:cxn modelId="{FF1C4F90-4E43-47AC-BFBB-6A73C7682674}" type="presOf" srcId="{52AE09C9-D353-4828-AC77-8CA8500AB00D}" destId="{954E688D-83BA-4E89-AD64-968027AB0342}" srcOrd="0" destOrd="1" presId="urn:microsoft.com/office/officeart/2005/8/layout/hProcess7"/>
    <dgm:cxn modelId="{6027549F-2552-4B24-82FE-C5EDB0779D86}" type="presOf" srcId="{9F056955-CC0D-43EF-9810-58DA77685516}" destId="{0435E692-D2A4-450B-8282-9DD4150B7F16}" srcOrd="0" destOrd="2" presId="urn:microsoft.com/office/officeart/2005/8/layout/hProcess7"/>
    <dgm:cxn modelId="{687AAFA3-9554-434B-AF61-5F27BCFBC14A}" srcId="{0CE879BD-0ED2-4231-971A-A7F9A7880CF3}" destId="{429CB6F7-ED94-4758-9ACC-50A4518C6F60}" srcOrd="0" destOrd="0" parTransId="{58742143-C185-4471-AD75-12A9BFC8420E}" sibTransId="{690CD3E0-2B5C-465A-A7DC-CE1FD416E957}"/>
    <dgm:cxn modelId="{B0F2AEA7-3334-4918-B730-9926DBD0B69A}" srcId="{D595C949-D7F5-4A58-9573-7153DBEB44AC}" destId="{2BB5FA5D-E7D5-4786-B86C-5F1ACE4361FE}" srcOrd="3" destOrd="0" parTransId="{8BE34117-09C1-4501-AE73-1CF3894FB93F}" sibTransId="{DEE9E289-AB49-4273-BCDB-73A4C2A8C081}"/>
    <dgm:cxn modelId="{AF2333AE-62B6-4A3A-BEFD-4026E4B1882F}" type="presOf" srcId="{581FEE0B-9327-4093-A618-F66DD1BF96D8}" destId="{954E688D-83BA-4E89-AD64-968027AB0342}" srcOrd="0" destOrd="2" presId="urn:microsoft.com/office/officeart/2005/8/layout/hProcess7"/>
    <dgm:cxn modelId="{104C21B4-0064-41D3-8351-37D15D24F220}" type="presOf" srcId="{2BB5FA5D-E7D5-4786-B86C-5F1ACE4361FE}" destId="{0435E692-D2A4-450B-8282-9DD4150B7F16}" srcOrd="0" destOrd="3" presId="urn:microsoft.com/office/officeart/2005/8/layout/hProcess7"/>
    <dgm:cxn modelId="{6538F0B6-05E1-4F92-BC2D-762B0CEF61E8}" type="presOf" srcId="{429CB6F7-ED94-4758-9ACC-50A4518C6F60}" destId="{2D46FBB3-975A-422B-9910-9D3886D79589}" srcOrd="1" destOrd="0" presId="urn:microsoft.com/office/officeart/2005/8/layout/hProcess7"/>
    <dgm:cxn modelId="{43BE4EC8-A128-47D9-9B26-53275486E25B}" type="presOf" srcId="{1BB1400E-2447-4DDA-BFC2-27452F96F758}" destId="{46FB9E01-1C7A-4155-955B-5FE0B1848322}" srcOrd="0" destOrd="1" presId="urn:microsoft.com/office/officeart/2005/8/layout/hProcess7"/>
    <dgm:cxn modelId="{57A3C5CA-0019-4192-BD56-CC71451193ED}" type="presOf" srcId="{4286C479-2674-471A-95F4-D5D565D1D9E5}" destId="{46FB9E01-1C7A-4155-955B-5FE0B1848322}" srcOrd="0" destOrd="0" presId="urn:microsoft.com/office/officeart/2005/8/layout/hProcess7"/>
    <dgm:cxn modelId="{49B64ED4-0252-4294-9847-735642C86E6B}" srcId="{0CE879BD-0ED2-4231-971A-A7F9A7880CF3}" destId="{B770AABD-A4F5-4331-840E-2DF4DB532214}" srcOrd="2" destOrd="0" parTransId="{C10234B7-1459-46DC-B54C-7A3A9A6C5369}" sibTransId="{40D0F028-F01F-4635-BC62-33261F770676}"/>
    <dgm:cxn modelId="{A09F53DE-BB6D-4D46-9AFE-1F3928FF659F}" srcId="{D595C949-D7F5-4A58-9573-7153DBEB44AC}" destId="{82A7B6D8-6A1A-4642-A320-DBDD5BEF2C6E}" srcOrd="0" destOrd="0" parTransId="{28780D35-9BF2-4122-B675-53F27A6F26C7}" sibTransId="{851A3D44-BB00-4A2E-9C23-09805A2DE8EE}"/>
    <dgm:cxn modelId="{2E70E4E7-04FC-4E46-9C34-938DDC6C0931}" type="presOf" srcId="{82A7B6D8-6A1A-4642-A320-DBDD5BEF2C6E}" destId="{0435E692-D2A4-450B-8282-9DD4150B7F16}" srcOrd="0" destOrd="0" presId="urn:microsoft.com/office/officeart/2005/8/layout/hProcess7"/>
    <dgm:cxn modelId="{B9CF74FE-15ED-424E-BFC3-2385F4099DEE}" type="presOf" srcId="{429CB6F7-ED94-4758-9ACC-50A4518C6F60}" destId="{2D57278F-3572-4D40-ACBE-28DA838E2429}" srcOrd="0" destOrd="0" presId="urn:microsoft.com/office/officeart/2005/8/layout/hProcess7"/>
    <dgm:cxn modelId="{C0EC409E-320E-4E28-9A40-E2C90FAC5AFE}" type="presParOf" srcId="{2D666140-4BE6-47E8-AA3F-33CEE8E0A41D}" destId="{21C44D76-FDAC-4391-B5B5-DAC0CEA4F762}" srcOrd="0" destOrd="0" presId="urn:microsoft.com/office/officeart/2005/8/layout/hProcess7"/>
    <dgm:cxn modelId="{F68615A5-54F5-4DAB-93C2-915F992B1761}" type="presParOf" srcId="{21C44D76-FDAC-4391-B5B5-DAC0CEA4F762}" destId="{2D57278F-3572-4D40-ACBE-28DA838E2429}" srcOrd="0" destOrd="0" presId="urn:microsoft.com/office/officeart/2005/8/layout/hProcess7"/>
    <dgm:cxn modelId="{5D48E917-8064-4C05-98BA-80DCBFEB8CB5}" type="presParOf" srcId="{21C44D76-FDAC-4391-B5B5-DAC0CEA4F762}" destId="{2D46FBB3-975A-422B-9910-9D3886D79589}" srcOrd="1" destOrd="0" presId="urn:microsoft.com/office/officeart/2005/8/layout/hProcess7"/>
    <dgm:cxn modelId="{817C9885-1599-4DDF-AACC-14D0CD0175DD}" type="presParOf" srcId="{21C44D76-FDAC-4391-B5B5-DAC0CEA4F762}" destId="{954E688D-83BA-4E89-AD64-968027AB0342}" srcOrd="2" destOrd="0" presId="urn:microsoft.com/office/officeart/2005/8/layout/hProcess7"/>
    <dgm:cxn modelId="{8984E95C-EF16-423F-B36A-A15DDEB8332B}" type="presParOf" srcId="{2D666140-4BE6-47E8-AA3F-33CEE8E0A41D}" destId="{4941FD9C-675F-4510-9443-70CAEA4C3C0B}" srcOrd="1" destOrd="0" presId="urn:microsoft.com/office/officeart/2005/8/layout/hProcess7"/>
    <dgm:cxn modelId="{09087A6E-1526-467E-8BC7-589883C362D5}" type="presParOf" srcId="{2D666140-4BE6-47E8-AA3F-33CEE8E0A41D}" destId="{214DB9D7-2775-493A-BA4D-B231F5D5843B}" srcOrd="2" destOrd="0" presId="urn:microsoft.com/office/officeart/2005/8/layout/hProcess7"/>
    <dgm:cxn modelId="{AEA8A494-ACA8-4152-9E58-8DFA6C219044}" type="presParOf" srcId="{214DB9D7-2775-493A-BA4D-B231F5D5843B}" destId="{A97EFA23-7949-4506-A89B-A0160627F19E}" srcOrd="0" destOrd="0" presId="urn:microsoft.com/office/officeart/2005/8/layout/hProcess7"/>
    <dgm:cxn modelId="{05DD97F9-E421-40F5-B26F-900C878B2270}" type="presParOf" srcId="{214DB9D7-2775-493A-BA4D-B231F5D5843B}" destId="{D728E029-964B-4A9C-B53A-C4386E7DF3D1}" srcOrd="1" destOrd="0" presId="urn:microsoft.com/office/officeart/2005/8/layout/hProcess7"/>
    <dgm:cxn modelId="{345F6253-9E2D-4E6B-A0E6-A127FADB0DA6}" type="presParOf" srcId="{214DB9D7-2775-493A-BA4D-B231F5D5843B}" destId="{994BE9CD-C579-4A11-AB96-40CBF85AB02B}" srcOrd="2" destOrd="0" presId="urn:microsoft.com/office/officeart/2005/8/layout/hProcess7"/>
    <dgm:cxn modelId="{C00F9D4F-F4EA-4435-87F6-57618F00F0CF}" type="presParOf" srcId="{2D666140-4BE6-47E8-AA3F-33CEE8E0A41D}" destId="{E5DE9D4A-0612-4D73-94DC-20AA86B00627}" srcOrd="3" destOrd="0" presId="urn:microsoft.com/office/officeart/2005/8/layout/hProcess7"/>
    <dgm:cxn modelId="{B0A65047-D8ED-42D6-B1E5-D5755054FD09}" type="presParOf" srcId="{2D666140-4BE6-47E8-AA3F-33CEE8E0A41D}" destId="{3D97FCA4-714F-4D44-8016-93514C56C917}" srcOrd="4" destOrd="0" presId="urn:microsoft.com/office/officeart/2005/8/layout/hProcess7"/>
    <dgm:cxn modelId="{FAD33570-C354-4DCA-BEC7-82FF4E50DE86}" type="presParOf" srcId="{3D97FCA4-714F-4D44-8016-93514C56C917}" destId="{C52312C2-2FD5-4FBF-9071-78485320A2C2}" srcOrd="0" destOrd="0" presId="urn:microsoft.com/office/officeart/2005/8/layout/hProcess7"/>
    <dgm:cxn modelId="{3CA4C9DC-F23C-4BDE-8D6E-07064BE6B183}" type="presParOf" srcId="{3D97FCA4-714F-4D44-8016-93514C56C917}" destId="{30FBFEFF-B6EB-42E7-B913-A924046FC7CC}" srcOrd="1" destOrd="0" presId="urn:microsoft.com/office/officeart/2005/8/layout/hProcess7"/>
    <dgm:cxn modelId="{CAB51B37-7432-4478-969E-19BC2D6D7449}" type="presParOf" srcId="{3D97FCA4-714F-4D44-8016-93514C56C917}" destId="{0435E692-D2A4-450B-8282-9DD4150B7F16}" srcOrd="2" destOrd="0" presId="urn:microsoft.com/office/officeart/2005/8/layout/hProcess7"/>
    <dgm:cxn modelId="{E253DBA3-E95E-4D7B-9A3C-9E38199F3309}" type="presParOf" srcId="{2D666140-4BE6-47E8-AA3F-33CEE8E0A41D}" destId="{76AF3425-8833-4D89-B177-5D25E8473CCE}" srcOrd="5" destOrd="0" presId="urn:microsoft.com/office/officeart/2005/8/layout/hProcess7"/>
    <dgm:cxn modelId="{4AC059A1-0E61-4AC9-BCC0-870A3C00AC3F}" type="presParOf" srcId="{2D666140-4BE6-47E8-AA3F-33CEE8E0A41D}" destId="{7B1D58B8-6BA4-47A8-9B28-8E0417256AB7}" srcOrd="6" destOrd="0" presId="urn:microsoft.com/office/officeart/2005/8/layout/hProcess7"/>
    <dgm:cxn modelId="{36211DE5-DAD0-474B-B6A7-9C82DFD89FF4}" type="presParOf" srcId="{7B1D58B8-6BA4-47A8-9B28-8E0417256AB7}" destId="{0323177B-16FE-4B9A-9D86-52F7A64A8FCA}" srcOrd="0" destOrd="0" presId="urn:microsoft.com/office/officeart/2005/8/layout/hProcess7"/>
    <dgm:cxn modelId="{85741AC9-868B-444A-9982-F46108895D70}" type="presParOf" srcId="{7B1D58B8-6BA4-47A8-9B28-8E0417256AB7}" destId="{F54E6D14-F19D-4F9E-8BF1-6DA877067352}" srcOrd="1" destOrd="0" presId="urn:microsoft.com/office/officeart/2005/8/layout/hProcess7"/>
    <dgm:cxn modelId="{45176D80-E38B-4E59-BE30-433243A0E66A}" type="presParOf" srcId="{7B1D58B8-6BA4-47A8-9B28-8E0417256AB7}" destId="{20CEC396-4EA2-4AF7-813B-99A505C4A82F}" srcOrd="2" destOrd="0" presId="urn:microsoft.com/office/officeart/2005/8/layout/hProcess7"/>
    <dgm:cxn modelId="{630203CB-6DD3-4557-89EA-53E780E0B0C4}" type="presParOf" srcId="{2D666140-4BE6-47E8-AA3F-33CEE8E0A41D}" destId="{6F881F0E-FCD4-40F4-B46A-BC69D813EC60}" srcOrd="7" destOrd="0" presId="urn:microsoft.com/office/officeart/2005/8/layout/hProcess7"/>
    <dgm:cxn modelId="{DE11D7CD-8B03-4793-8CB8-8AE1055665A3}" type="presParOf" srcId="{2D666140-4BE6-47E8-AA3F-33CEE8E0A41D}" destId="{A43EADCB-4DB8-48AD-B782-AE96B2D3A40D}" srcOrd="8" destOrd="0" presId="urn:microsoft.com/office/officeart/2005/8/layout/hProcess7"/>
    <dgm:cxn modelId="{8B787D7A-B38B-449F-AC56-35AA51C4B97D}" type="presParOf" srcId="{A43EADCB-4DB8-48AD-B782-AE96B2D3A40D}" destId="{356642D9-7B91-4D68-8E38-EFE762970D65}" srcOrd="0" destOrd="0" presId="urn:microsoft.com/office/officeart/2005/8/layout/hProcess7"/>
    <dgm:cxn modelId="{2D542E91-B37D-446A-A3CF-9C07EF0EC4ED}" type="presParOf" srcId="{A43EADCB-4DB8-48AD-B782-AE96B2D3A40D}" destId="{DD97E349-1428-44F2-9300-AA1282E73DC0}" srcOrd="1" destOrd="0" presId="urn:microsoft.com/office/officeart/2005/8/layout/hProcess7"/>
    <dgm:cxn modelId="{D99300D0-4EBE-43B3-AC9A-216C1DEBE2EF}" type="presParOf" srcId="{A43EADCB-4DB8-48AD-B782-AE96B2D3A40D}" destId="{46FB9E01-1C7A-4155-955B-5FE0B1848322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7278F-3572-4D40-ACBE-28DA838E2429}">
      <dsp:nvSpPr>
        <dsp:cNvPr id="0" name=""/>
        <dsp:cNvSpPr/>
      </dsp:nvSpPr>
      <dsp:spPr>
        <a:xfrm>
          <a:off x="795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 err="1">
              <a:latin typeface="Aptos Display" panose="020F0302020204030204"/>
            </a:rPr>
            <a:t>Overview</a:t>
          </a:r>
          <a:endParaRPr lang="de-DE" sz="3900" kern="1200"/>
        </a:p>
      </dsp:txBody>
      <dsp:txXfrm rot="16200000">
        <a:off x="-1341709" y="1463319"/>
        <a:ext cx="3369962" cy="684951"/>
      </dsp:txXfrm>
    </dsp:sp>
    <dsp:sp modelId="{954E688D-83BA-4E89-AD64-968027AB0342}">
      <dsp:nvSpPr>
        <dsp:cNvPr id="0" name=""/>
        <dsp:cNvSpPr/>
      </dsp:nvSpPr>
      <dsp:spPr>
        <a:xfrm>
          <a:off x="685747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Wireless EEG </a:t>
          </a:r>
          <a:r>
            <a:rPr lang="de-DE" sz="2400" kern="1200" err="1">
              <a:latin typeface="Aptos Display" panose="020F0302020204030204"/>
            </a:rPr>
            <a:t>system</a:t>
          </a:r>
          <a:r>
            <a:rPr lang="de-DE" sz="2400" kern="1200">
              <a:latin typeface="Aptos Display" panose="020F0302020204030204"/>
            </a:rPr>
            <a:t> </a:t>
          </a:r>
          <a:r>
            <a:rPr lang="de-DE" sz="2400" kern="1200" err="1">
              <a:latin typeface="Aptos Display" panose="020F0302020204030204"/>
            </a:rPr>
            <a:t>for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measuring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electrical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brain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activity</a:t>
          </a:r>
          <a:endParaRPr lang="de-DE" sz="2400" kern="1200"/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>
              <a:latin typeface="Aptos Display" panose="020F0302020204030204"/>
            </a:rPr>
            <a:t>Works </a:t>
          </a:r>
          <a:r>
            <a:rPr lang="de-DE" sz="2400" b="0" kern="1200" err="1">
              <a:latin typeface="Aptos Display" panose="020F0302020204030204"/>
            </a:rPr>
            <a:t>with</a:t>
          </a:r>
          <a:r>
            <a:rPr lang="de-DE" sz="2400" b="0" kern="1200">
              <a:latin typeface="Aptos Display" panose="020F0302020204030204"/>
            </a:rPr>
            <a:t> </a:t>
          </a:r>
          <a:r>
            <a:rPr lang="de-DE" sz="2400" b="0" kern="1200" err="1">
              <a:latin typeface="Aptos Display" panose="020F0302020204030204"/>
            </a:rPr>
            <a:t>saline</a:t>
          </a:r>
          <a:r>
            <a:rPr lang="de-DE" sz="2400" b="0" kern="1200">
              <a:latin typeface="Aptos Display" panose="020F0302020204030204"/>
            </a:rPr>
            <a:t> </a:t>
          </a:r>
          <a:r>
            <a:rPr lang="de-DE" sz="2400" b="0" kern="1200" err="1">
              <a:latin typeface="Aptos Display" panose="020F0302020204030204"/>
            </a:rPr>
            <a:t>sensors</a:t>
          </a:r>
          <a:r>
            <a:rPr lang="de-DE" sz="2400" b="0" kern="1200">
              <a:latin typeface="Aptos Display" panose="020F0302020204030204"/>
            </a:rPr>
            <a:t> (</a:t>
          </a:r>
          <a:r>
            <a:rPr lang="de-DE" sz="2400" b="0" kern="1200" err="1"/>
            <a:t>saltwater</a:t>
          </a:r>
          <a:r>
            <a:rPr lang="de-DE" sz="2400" b="0" kern="1200"/>
            <a:t> </a:t>
          </a:r>
          <a:r>
            <a:rPr lang="de-DE" sz="2400" b="0" kern="1200" err="1"/>
            <a:t>solution</a:t>
          </a:r>
          <a:r>
            <a:rPr lang="de-DE" sz="2400" b="0" kern="1200">
              <a:latin typeface="Aptos Display" panose="020F0302020204030204"/>
            </a:rPr>
            <a:t>)</a:t>
          </a:r>
          <a:endParaRPr lang="de-DE" sz="2400" kern="1200"/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Connection via Bluetooth</a:t>
          </a:r>
          <a:endParaRPr lang="de-DE" sz="2400" kern="1200"/>
        </a:p>
      </dsp:txBody>
      <dsp:txXfrm>
        <a:off x="685747" y="120813"/>
        <a:ext cx="2551445" cy="4109710"/>
      </dsp:txXfrm>
    </dsp:sp>
    <dsp:sp modelId="{C52312C2-2FD5-4FBF-9071-78485320A2C2}">
      <dsp:nvSpPr>
        <dsp:cNvPr id="0" name=""/>
        <dsp:cNvSpPr/>
      </dsp:nvSpPr>
      <dsp:spPr>
        <a:xfrm>
          <a:off x="3545420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>
              <a:latin typeface="Aptos Display" panose="020F0302020204030204"/>
            </a:rPr>
            <a:t>Features</a:t>
          </a:r>
          <a:endParaRPr lang="de-DE" sz="3900" kern="1200"/>
        </a:p>
      </dsp:txBody>
      <dsp:txXfrm rot="16200000">
        <a:off x="2202915" y="1463319"/>
        <a:ext cx="3369962" cy="684951"/>
      </dsp:txXfrm>
    </dsp:sp>
    <dsp:sp modelId="{D728E029-964B-4A9C-B53A-C4386E7DF3D1}">
      <dsp:nvSpPr>
        <dsp:cNvPr id="0" name=""/>
        <dsp:cNvSpPr/>
      </dsp:nvSpPr>
      <dsp:spPr>
        <a:xfrm rot="5400000">
          <a:off x="3260397" y="3389010"/>
          <a:ext cx="604294" cy="5137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35E692-D2A4-450B-8282-9DD4150B7F16}">
      <dsp:nvSpPr>
        <dsp:cNvPr id="0" name=""/>
        <dsp:cNvSpPr/>
      </dsp:nvSpPr>
      <dsp:spPr>
        <a:xfrm>
          <a:off x="4230372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 32 </a:t>
          </a:r>
          <a:r>
            <a:rPr lang="de-DE" sz="2400" kern="1200" err="1">
              <a:latin typeface="Aptos Display" panose="020F0302020204030204"/>
            </a:rPr>
            <a:t>silver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chloride</a:t>
          </a:r>
          <a:r>
            <a:rPr lang="de-DE" sz="2400" kern="1200">
              <a:latin typeface="Aptos Display" panose="020F0302020204030204"/>
            </a:rPr>
            <a:t> EEG </a:t>
          </a:r>
          <a:r>
            <a:rPr lang="de-DE" sz="2400" kern="1200" err="1">
              <a:latin typeface="Aptos Display" panose="020F0302020204030204"/>
            </a:rPr>
            <a:t>sensors</a:t>
          </a:r>
          <a:endParaRPr lang="de-DE" sz="2400" kern="1200" err="1"/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err="1">
              <a:latin typeface="Aptos Display" panose="020F0302020204030204"/>
            </a:rPr>
            <a:t>Battery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life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up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to</a:t>
          </a:r>
          <a:r>
            <a:rPr lang="de-DE" sz="2400" kern="1200">
              <a:latin typeface="Aptos Display" panose="020F0302020204030204"/>
            </a:rPr>
            <a:t> 6 </a:t>
          </a:r>
          <a:r>
            <a:rPr lang="de-DE" sz="2400" kern="1200" err="1">
              <a:latin typeface="Aptos Display" panose="020F0302020204030204"/>
            </a:rPr>
            <a:t>hours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Flexible </a:t>
          </a:r>
          <a:r>
            <a:rPr lang="de-DE" sz="2400" kern="1200" err="1">
              <a:latin typeface="Aptos Display" panose="020F0302020204030204"/>
            </a:rPr>
            <a:t>sensor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placement</a:t>
          </a:r>
          <a:r>
            <a:rPr lang="de-DE" sz="2400" kern="1200">
              <a:latin typeface="Aptos Display" panose="020F0302020204030204"/>
            </a:rPr>
            <a:t> on </a:t>
          </a:r>
          <a:r>
            <a:rPr lang="de-DE" sz="2400" kern="1200" err="1">
              <a:latin typeface="Aptos Display" panose="020F0302020204030204"/>
            </a:rPr>
            <a:t>the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scalp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Flexible </a:t>
          </a:r>
          <a:r>
            <a:rPr lang="de-DE" sz="2400" kern="1200" err="1">
              <a:latin typeface="Aptos Display" panose="020F0302020204030204"/>
            </a:rPr>
            <a:t>cap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size</a:t>
          </a:r>
          <a:endParaRPr lang="de-DE" sz="2400" kern="1200">
            <a:latin typeface="Aptos Display" panose="020F0302020204030204"/>
          </a:endParaRPr>
        </a:p>
      </dsp:txBody>
      <dsp:txXfrm>
        <a:off x="4230372" y="120813"/>
        <a:ext cx="2551445" cy="4109710"/>
      </dsp:txXfrm>
    </dsp:sp>
    <dsp:sp modelId="{356642D9-7B91-4D68-8E38-EFE762970D65}">
      <dsp:nvSpPr>
        <dsp:cNvPr id="0" name=""/>
        <dsp:cNvSpPr/>
      </dsp:nvSpPr>
      <dsp:spPr>
        <a:xfrm>
          <a:off x="7090045" y="120813"/>
          <a:ext cx="3424758" cy="410971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3731" rIns="173355" bIns="0" numCol="1" spcCol="1270" anchor="t" anchorCtr="0">
          <a:noAutofit/>
        </a:bodyPr>
        <a:lstStyle/>
        <a:p>
          <a:pPr marL="0" lvl="0" indent="0" algn="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 err="1">
              <a:latin typeface="Aptos Display" panose="020F0302020204030204"/>
            </a:rPr>
            <a:t>Limitations</a:t>
          </a:r>
        </a:p>
      </dsp:txBody>
      <dsp:txXfrm rot="16200000">
        <a:off x="5747540" y="1463319"/>
        <a:ext cx="3369962" cy="684951"/>
      </dsp:txXfrm>
    </dsp:sp>
    <dsp:sp modelId="{F54E6D14-F19D-4F9E-8BF1-6DA877067352}">
      <dsp:nvSpPr>
        <dsp:cNvPr id="0" name=""/>
        <dsp:cNvSpPr/>
      </dsp:nvSpPr>
      <dsp:spPr>
        <a:xfrm rot="5400000">
          <a:off x="6805022" y="3389010"/>
          <a:ext cx="604294" cy="5137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B9E01-1C7A-4155-955B-5FE0B1848322}">
      <dsp:nvSpPr>
        <dsp:cNvPr id="0" name=""/>
        <dsp:cNvSpPr/>
      </dsp:nvSpPr>
      <dsp:spPr>
        <a:xfrm>
          <a:off x="7774997" y="120813"/>
          <a:ext cx="2551445" cy="410971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err="1">
              <a:latin typeface="Aptos Display" panose="020F0302020204030204"/>
            </a:rPr>
            <a:t>Correct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sensor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placement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is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important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>
              <a:latin typeface="Aptos Display" panose="020F0302020204030204"/>
            </a:rPr>
            <a:t>Saline </a:t>
          </a:r>
          <a:r>
            <a:rPr lang="de-DE" sz="2400" kern="1200" err="1">
              <a:latin typeface="Aptos Display" panose="020F0302020204030204"/>
            </a:rPr>
            <a:t>solution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may</a:t>
          </a:r>
          <a:r>
            <a:rPr lang="de-DE" sz="2400" kern="1200">
              <a:latin typeface="Aptos Display" panose="020F0302020204030204"/>
            </a:rPr>
            <a:t> dry out </a:t>
          </a:r>
          <a:r>
            <a:rPr lang="de-DE" sz="2400" kern="1200" err="1">
              <a:latin typeface="Aptos Display" panose="020F0302020204030204"/>
            </a:rPr>
            <a:t>over</a:t>
          </a:r>
          <a:r>
            <a:rPr lang="de-DE" sz="2400" kern="1200">
              <a:latin typeface="Aptos Display" panose="020F0302020204030204"/>
            </a:rPr>
            <a:t> time and </a:t>
          </a:r>
          <a:r>
            <a:rPr lang="de-DE" sz="2400" kern="1200" err="1">
              <a:latin typeface="Aptos Display" panose="020F0302020204030204"/>
            </a:rPr>
            <a:t>reduce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signal</a:t>
          </a:r>
          <a:r>
            <a:rPr lang="de-DE" sz="2400" kern="1200">
              <a:latin typeface="Aptos Display" panose="020F0302020204030204"/>
            </a:rPr>
            <a:t> </a:t>
          </a:r>
          <a:r>
            <a:rPr lang="de-DE" sz="2400" kern="1200" err="1">
              <a:latin typeface="Aptos Display" panose="020F0302020204030204"/>
            </a:rPr>
            <a:t>quality</a:t>
          </a:r>
        </a:p>
      </dsp:txBody>
      <dsp:txXfrm>
        <a:off x="7774997" y="120813"/>
        <a:ext cx="2551445" cy="4109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14.05.2026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8521924/" TargetMode="External"/><Relationship Id="rId3" Type="http://schemas.openxmlformats.org/officeDocument/2006/relationships/hyperlink" Target="https://www.sciencedirect.com/topics/agricultural-and-biological-sciences/brain-waves" TargetMode="External"/><Relationship Id="rId7" Type="http://schemas.openxmlformats.org/officeDocument/2006/relationships/hyperlink" Target="https://pmc.ncbi.nlm.nih.gov/articles/PMC11652537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motiv.com/de/flex?product-variant=saline" TargetMode="External"/><Relationship Id="rId5" Type="http://schemas.openxmlformats.org/officeDocument/2006/relationships/hyperlink" Target="https://www.learningeeg.com/basic-eeg-electrophysiology" TargetMode="External"/><Relationship Id="rId4" Type="http://schemas.openxmlformats.org/officeDocument/2006/relationships/hyperlink" Target="https://books.byui.edu/bio_264_anatomy_phy_I/1111_cerebral_cort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40366" y="413172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Group 5: Grischa Staar, Maximilian Englisch, </a:t>
            </a:r>
            <a:r>
              <a:rPr lang="de-DE" err="1">
                <a:solidFill>
                  <a:schemeClr val="bg1"/>
                </a:solidFill>
              </a:rPr>
              <a:t>Jinghao</a:t>
            </a:r>
            <a:r>
              <a:rPr lang="de-DE">
                <a:solidFill>
                  <a:schemeClr val="bg1"/>
                </a:solidFill>
              </a:rPr>
              <a:t> Zhang,</a:t>
            </a:r>
            <a:endParaRPr lang="de-DE" sz="900">
              <a:solidFill>
                <a:schemeClr val="bg1"/>
              </a:solidFill>
              <a:highlight>
                <a:srgbClr val="FFFFFF"/>
              </a:highlight>
            </a:endParaRPr>
          </a:p>
          <a:p>
            <a:r>
              <a:rPr lang="de-DE">
                <a:solidFill>
                  <a:schemeClr val="bg1"/>
                </a:solidFill>
              </a:rPr>
              <a:t> Lawan Mai</a:t>
            </a:r>
            <a:endParaRPr lang="de-DE" sz="90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7DDA51-EB63-FA3E-5676-8775C20D471F}"/>
              </a:ext>
            </a:extLst>
          </p:cNvPr>
          <p:cNvSpPr txBox="1"/>
          <p:nvPr/>
        </p:nvSpPr>
        <p:spPr>
          <a:xfrm>
            <a:off x="1368379" y="2433765"/>
            <a:ext cx="94589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4800">
                <a:solidFill>
                  <a:schemeClr val="bg1"/>
                </a:solidFill>
              </a:rPr>
              <a:t>EEG-Experimente und Analyse</a:t>
            </a:r>
          </a:p>
          <a:p>
            <a:pPr algn="ctr"/>
            <a:r>
              <a:rPr lang="de-DE" sz="2400" err="1">
                <a:solidFill>
                  <a:srgbClr val="3AB4E2"/>
                </a:solidFill>
              </a:rPr>
              <a:t>Introduction</a:t>
            </a:r>
            <a:r>
              <a:rPr lang="de-DE" sz="2400">
                <a:solidFill>
                  <a:srgbClr val="3AB4E2"/>
                </a:solidFill>
              </a:rPr>
              <a:t> &amp;</a:t>
            </a:r>
            <a:r>
              <a:rPr lang="de-DE" sz="2400">
                <a:solidFill>
                  <a:srgbClr val="3AB4E2"/>
                </a:solidFill>
                <a:ea typeface="+mn-lt"/>
                <a:cs typeface="+mn-lt"/>
              </a:rPr>
              <a:t> </a:t>
            </a:r>
            <a:r>
              <a:rPr lang="de-DE" sz="2400" err="1">
                <a:solidFill>
                  <a:srgbClr val="3AB4E2"/>
                </a:solidFill>
                <a:ea typeface="+mn-lt"/>
                <a:cs typeface="+mn-lt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E205A3-3D1A-FDFE-CCDB-E7871E13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7" y="454105"/>
            <a:ext cx="5359423" cy="1624520"/>
          </a:xfrm>
        </p:spPr>
        <p:txBody>
          <a:bodyPr anchor="ctr">
            <a:normAutofit/>
          </a:bodyPr>
          <a:lstStyle/>
          <a:p>
            <a:r>
              <a:rPr lang="de-DE" sz="3100" b="1" err="1">
                <a:solidFill>
                  <a:srgbClr val="000000"/>
                </a:solidFill>
                <a:ea typeface="+mj-lt"/>
                <a:cs typeface="+mj-lt"/>
              </a:rPr>
              <a:t>Electroencephalography</a:t>
            </a:r>
            <a:r>
              <a:rPr lang="de-DE" sz="3100" b="1">
                <a:solidFill>
                  <a:srgbClr val="000000"/>
                </a:solidFill>
                <a:ea typeface="+mj-lt"/>
                <a:cs typeface="+mj-lt"/>
              </a:rPr>
              <a:t>, EEG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C51D7-4E56-BF80-FC52-0D3AE152A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906" y="1714006"/>
            <a:ext cx="5636515" cy="47808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1900">
                <a:solidFill>
                  <a:srgbClr val="000000"/>
                </a:solidFill>
                <a:latin typeface="Aptos"/>
              </a:rPr>
              <a:t>Non-invasive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recor</a:t>
            </a:r>
            <a:r>
              <a:rPr lang="de-DE" sz="19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ding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of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electrical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brain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activity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from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the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scalp</a:t>
            </a:r>
            <a:endParaRPr lang="de-DE">
              <a:solidFill>
                <a:srgbClr val="000000"/>
              </a:solidFill>
            </a:endParaRPr>
          </a:p>
          <a:p>
            <a:r>
              <a:rPr lang="de-DE" sz="19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First </a:t>
            </a:r>
            <a:r>
              <a:rPr lang="de-DE" sz="19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used</a:t>
            </a:r>
            <a:r>
              <a:rPr lang="de-DE" sz="19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on </a:t>
            </a:r>
            <a:r>
              <a:rPr lang="de-DE" sz="190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humans</a:t>
            </a:r>
            <a:r>
              <a:rPr lang="de-DE" sz="19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in 1924 (Hans Berger)</a:t>
            </a:r>
          </a:p>
          <a:p>
            <a:r>
              <a:rPr lang="de-DE" sz="1900">
                <a:solidFill>
                  <a:srgbClr val="000000"/>
                </a:solidFill>
                <a:latin typeface="Aptos"/>
              </a:rPr>
              <a:t>Neurons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produce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electrical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signals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, EEG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can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detect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activity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from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multiple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synchronized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neurons </a:t>
            </a:r>
          </a:p>
          <a:p>
            <a:r>
              <a:rPr lang="de-DE" sz="1900">
                <a:solidFill>
                  <a:srgbClr val="000000"/>
                </a:solidFill>
                <a:latin typeface="Aptos"/>
              </a:rPr>
              <a:t>Signals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must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be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amplified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to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be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displayed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and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analysed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</a:p>
          <a:p>
            <a:r>
              <a:rPr lang="de-DE" sz="1900">
                <a:solidFill>
                  <a:srgbClr val="000000"/>
                </a:solidFill>
                <a:latin typeface="Aptos"/>
              </a:rPr>
              <a:t>EEG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cannot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see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"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deep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"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into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the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brain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,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only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activity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of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the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  <a:r>
              <a:rPr lang="de-DE" sz="1900" err="1">
                <a:solidFill>
                  <a:srgbClr val="000000"/>
                </a:solidFill>
                <a:latin typeface="Aptos"/>
              </a:rPr>
              <a:t>cortex</a:t>
            </a:r>
            <a:r>
              <a:rPr lang="de-DE" sz="1900">
                <a:solidFill>
                  <a:srgbClr val="000000"/>
                </a:solidFill>
                <a:latin typeface="Aptos"/>
              </a:rPr>
              <a:t> </a:t>
            </a:r>
          </a:p>
          <a:p>
            <a:endParaRPr lang="de-DE" sz="1900">
              <a:solidFill>
                <a:srgbClr val="000000"/>
              </a:solidFill>
              <a:latin typeface="Aptos"/>
            </a:endParaRPr>
          </a:p>
          <a:p>
            <a:endParaRPr lang="de-DE" sz="1900" i="1">
              <a:latin typeface="Aptos"/>
            </a:endParaRPr>
          </a:p>
          <a:p>
            <a:endParaRPr lang="de-DE" sz="1900">
              <a:latin typeface="Helvetica Neue"/>
            </a:endParaRPr>
          </a:p>
          <a:p>
            <a:endParaRPr lang="de-DE" sz="1900">
              <a:latin typeface="Helvetica Neue"/>
            </a:endParaRPr>
          </a:p>
        </p:txBody>
      </p:sp>
      <p:pic>
        <p:nvPicPr>
          <p:cNvPr id="8" name="Picture 4" descr="Zickzack-Anzeigelinie">
            <a:extLst>
              <a:ext uri="{FF2B5EF4-FFF2-40B4-BE49-F238E27FC236}">
                <a16:creationId xmlns:a16="http://schemas.microsoft.com/office/drawing/2014/main" id="{1A0B80FD-55F6-0BD3-EFD3-11D032E3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54" r="16851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92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Inhaltsplatzhalter 9" descr="Ein Bild, das Gehirn, Zeichnung, Kunst enthält.&#10;&#10;KI-generierte Inhalte können fehlerhaft sein.">
            <a:extLst>
              <a:ext uri="{FF2B5EF4-FFF2-40B4-BE49-F238E27FC236}">
                <a16:creationId xmlns:a16="http://schemas.microsoft.com/office/drawing/2014/main" id="{8E775A36-E3A6-6B84-B854-B12CBAAD8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04" t="4853" r="172" b="5643"/>
          <a:stretch>
            <a:fillRect/>
          </a:stretch>
        </p:blipFill>
        <p:spPr>
          <a:xfrm>
            <a:off x="1672186" y="431671"/>
            <a:ext cx="8847656" cy="599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16AB95-BF1C-3BD9-BCF9-606D676E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Brain Waves</a:t>
            </a:r>
            <a:endParaRPr lang="en-US" sz="40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Inhaltsplatzhalter 3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7850200-DFBD-2FE0-1CE7-E8FCDE771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5267" y="239745"/>
            <a:ext cx="7167502" cy="63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3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73C8C6-26A5-0EC1-E4E7-77C27B47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Emotiv Flex 2 Saline</a:t>
            </a:r>
          </a:p>
          <a:p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nhaltsplatzhalter 3" descr="Ein Bild, das Zubehör, Gepäck und Koffer, Tasche, Rucksack enthält.&#10;&#10;KI-generierte Inhalte können fehlerhaft sein.">
            <a:extLst>
              <a:ext uri="{FF2B5EF4-FFF2-40B4-BE49-F238E27FC236}">
                <a16:creationId xmlns:a16="http://schemas.microsoft.com/office/drawing/2014/main" id="{855E70D8-A226-449F-9C1F-B2D55212F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0756" y="467208"/>
            <a:ext cx="510909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3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D56D6-DA94-C230-2A36-D30DF5E9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Emotive Flex 2 Saline</a:t>
            </a:r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E208C002-3861-F887-47EE-9D0E1C0AD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9027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56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D7BCF-D219-CAD5-4264-9703942A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EmotivPRO</a:t>
            </a: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Inhaltsplatzhalter 3" descr="Ein Bild, das Screenshot, Kreis, Text, Diagramm enthält.&#10;&#10;KI-generierte Inhalte können fehlerhaft sein.">
            <a:extLst>
              <a:ext uri="{FF2B5EF4-FFF2-40B4-BE49-F238E27FC236}">
                <a16:creationId xmlns:a16="http://schemas.microsoft.com/office/drawing/2014/main" id="{BABD0268-668D-2F0F-D8BC-79E4EE00D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1" y="2188408"/>
            <a:ext cx="6092490" cy="4668252"/>
          </a:xfrm>
          <a:prstGeom prst="rect">
            <a:avLst/>
          </a:prstGeom>
        </p:spPr>
      </p:pic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9FA5E147-D079-25B7-FB26-FB0BC7E6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90" y="752"/>
            <a:ext cx="5957135" cy="4029075"/>
          </a:xfrm>
          <a:prstGeom prst="rect">
            <a:avLst/>
          </a:prstGeom>
        </p:spPr>
      </p:pic>
      <p:pic>
        <p:nvPicPr>
          <p:cNvPr id="6" name="Grafik 5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82D9534B-B5FE-5C1B-94D6-700C68E4B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838" y="2867276"/>
            <a:ext cx="5968666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0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89E38AF-B242-3E8F-BEB7-08305FBE483F}"/>
              </a:ext>
            </a:extLst>
          </p:cNvPr>
          <p:cNvSpPr/>
          <p:nvPr/>
        </p:nvSpPr>
        <p:spPr>
          <a:xfrm>
            <a:off x="265524" y="1253397"/>
            <a:ext cx="6749956" cy="917374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320783-24CF-81E3-14BD-D633F7A2BC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9488" y="197857"/>
            <a:ext cx="10515600" cy="132556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Current Challenges in EEG</a:t>
            </a:r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E55EF1B-07DC-F857-5636-9C82A0EC33C4}"/>
              </a:ext>
            </a:extLst>
          </p:cNvPr>
          <p:cNvSpPr/>
          <p:nvPr/>
        </p:nvSpPr>
        <p:spPr>
          <a:xfrm>
            <a:off x="265523" y="2461446"/>
            <a:ext cx="6749956" cy="963837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de-DE" sz="3200">
                <a:solidFill>
                  <a:srgbClr val="11AEF7"/>
                </a:solidFill>
              </a:rPr>
              <a:t>2</a:t>
            </a:r>
            <a:r>
              <a:rPr lang="de-DE" sz="2400">
                <a:solidFill>
                  <a:srgbClr val="11AEF7"/>
                </a:solidFill>
              </a:rPr>
              <a:t>.</a:t>
            </a:r>
            <a:r>
              <a:rPr lang="de-DE" sz="2400">
                <a:solidFill>
                  <a:schemeClr val="bg1"/>
                </a:solidFill>
              </a:rPr>
              <a:t> 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Multiple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types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 sz="28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800" err="1">
                <a:solidFill>
                  <a:schemeClr val="bg1"/>
                </a:solidFill>
                <a:ea typeface="+mn-lt"/>
                <a:cs typeface="+mn-lt"/>
              </a:rPr>
              <a:t>artifacts</a:t>
            </a:r>
            <a:endParaRPr lang="en-US" sz="2800" err="1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5C08660-2A95-0856-8133-4EF1A07CF96A}"/>
              </a:ext>
            </a:extLst>
          </p:cNvPr>
          <p:cNvSpPr/>
          <p:nvPr/>
        </p:nvSpPr>
        <p:spPr>
          <a:xfrm>
            <a:off x="265523" y="3688080"/>
            <a:ext cx="6749956" cy="1001008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6A55AA-9DCE-DA7C-9B82-906FB04D78A3}"/>
              </a:ext>
            </a:extLst>
          </p:cNvPr>
          <p:cNvSpPr txBox="1"/>
          <p:nvPr/>
        </p:nvSpPr>
        <p:spPr>
          <a:xfrm>
            <a:off x="1372361" y="3828214"/>
            <a:ext cx="564251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200">
                <a:solidFill>
                  <a:srgbClr val="11AEF7"/>
                </a:solidFill>
              </a:rPr>
              <a:t>3</a:t>
            </a:r>
            <a:r>
              <a:rPr lang="de-DE" sz="2800">
                <a:solidFill>
                  <a:srgbClr val="11AEF7"/>
                </a:solidFill>
              </a:rPr>
              <a:t>. </a:t>
            </a:r>
            <a:r>
              <a:rPr lang="de-DE" sz="2800" err="1">
                <a:solidFill>
                  <a:schemeClr val="bg1"/>
                </a:solidFill>
              </a:rPr>
              <a:t>Limitations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of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foundation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models</a:t>
            </a:r>
          </a:p>
          <a:p>
            <a:pPr algn="l"/>
            <a:endParaRPr lang="de-DE"/>
          </a:p>
        </p:txBody>
      </p:sp>
      <p:pic>
        <p:nvPicPr>
          <p:cNvPr id="13" name="Grafik 12" descr="Ein Bild, das Schrift, Grafiken, Reihe, Design enthält.&#10;&#10;KI-generierte Inhalte können fehlerhaft sein.">
            <a:extLst>
              <a:ext uri="{FF2B5EF4-FFF2-40B4-BE49-F238E27FC236}">
                <a16:creationId xmlns:a16="http://schemas.microsoft.com/office/drawing/2014/main" id="{49AD186B-6671-6311-F948-4E257C6F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08" y="1161585"/>
            <a:ext cx="1245221" cy="1105831"/>
          </a:xfrm>
          <a:prstGeom prst="rect">
            <a:avLst/>
          </a:prstGeom>
        </p:spPr>
      </p:pic>
      <p:pic>
        <p:nvPicPr>
          <p:cNvPr id="14" name="Grafik 13" descr="Ein Bild, das Grafiken, Clipart, Grafikdesign, Kunst enthält.&#10;&#10;KI-generierte Inhalte können fehlerhaft sein.">
            <a:extLst>
              <a:ext uri="{FF2B5EF4-FFF2-40B4-BE49-F238E27FC236}">
                <a16:creationId xmlns:a16="http://schemas.microsoft.com/office/drawing/2014/main" id="{EEF058A9-A5DE-D9A9-2B8B-3B273D7B3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37" y="2267106"/>
            <a:ext cx="1449660" cy="1449659"/>
          </a:xfrm>
          <a:prstGeom prst="rect">
            <a:avLst/>
          </a:prstGeom>
        </p:spPr>
      </p:pic>
      <p:pic>
        <p:nvPicPr>
          <p:cNvPr id="15" name="Grafik 14" descr="Ein Bild, das Grafiken, Schrift, Symbol, Grafikdesign enthält.&#10;&#10;KI-generierte Inhalte können fehlerhaft sein.">
            <a:extLst>
              <a:ext uri="{FF2B5EF4-FFF2-40B4-BE49-F238E27FC236}">
                <a16:creationId xmlns:a16="http://schemas.microsoft.com/office/drawing/2014/main" id="{21A4D691-468D-A520-CA49-2A22DAE5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87" y="3559098"/>
            <a:ext cx="1198757" cy="125451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4917CFF-BCEB-1092-BD7C-FA5F1C458A03}"/>
              </a:ext>
            </a:extLst>
          </p:cNvPr>
          <p:cNvSpPr txBox="1"/>
          <p:nvPr/>
        </p:nvSpPr>
        <p:spPr>
          <a:xfrm rot="-10800000" flipV="1">
            <a:off x="1483360" y="1428055"/>
            <a:ext cx="61569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>
                <a:solidFill>
                  <a:srgbClr val="11AEF7"/>
                </a:solidFill>
              </a:rPr>
              <a:t>1.</a:t>
            </a:r>
            <a:r>
              <a:rPr lang="de-DE" sz="3200">
                <a:solidFill>
                  <a:schemeClr val="bg1"/>
                </a:solidFill>
              </a:rPr>
              <a:t> </a:t>
            </a:r>
            <a:r>
              <a:rPr lang="de-DE" sz="2800">
                <a:solidFill>
                  <a:schemeClr val="bg1"/>
                </a:solidFill>
              </a:rPr>
              <a:t>Low signal-</a:t>
            </a:r>
            <a:r>
              <a:rPr lang="de-DE" sz="2800" err="1">
                <a:solidFill>
                  <a:schemeClr val="bg1"/>
                </a:solidFill>
              </a:rPr>
              <a:t>to</a:t>
            </a:r>
            <a:r>
              <a:rPr lang="de-DE" sz="2800">
                <a:solidFill>
                  <a:schemeClr val="bg1"/>
                </a:solidFill>
              </a:rPr>
              <a:t>-</a:t>
            </a:r>
            <a:r>
              <a:rPr lang="de-DE" sz="2800" err="1">
                <a:solidFill>
                  <a:schemeClr val="bg1"/>
                </a:solidFill>
              </a:rPr>
              <a:t>noise</a:t>
            </a:r>
            <a:r>
              <a:rPr lang="de-DE" sz="2800">
                <a:solidFill>
                  <a:schemeClr val="bg1"/>
                </a:solidFill>
              </a:rPr>
              <a:t> </a:t>
            </a:r>
            <a:r>
              <a:rPr lang="de-DE" sz="2800" err="1">
                <a:solidFill>
                  <a:schemeClr val="bg1"/>
                </a:solidFill>
              </a:rPr>
              <a:t>ratio</a:t>
            </a:r>
            <a:r>
              <a:rPr lang="de-DE" sz="2800">
                <a:solidFill>
                  <a:schemeClr val="bg1"/>
                </a:solidFill>
              </a:rPr>
              <a:t> (SNR)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0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236B27C-AA45-4749-8961-38B4EC4BB67A}"/>
              </a:ext>
            </a:extLst>
          </p:cNvPr>
          <p:cNvSpPr/>
          <p:nvPr/>
        </p:nvSpPr>
        <p:spPr>
          <a:xfrm>
            <a:off x="474742" y="4462026"/>
            <a:ext cx="4681406" cy="1645920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2891D1-07F0-39E3-1118-E63CF08A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 err="1">
                <a:solidFill>
                  <a:schemeClr val="bg1"/>
                </a:solidFill>
                <a:ea typeface="+mj-lt"/>
                <a:cs typeface="+mj-lt"/>
              </a:rPr>
              <a:t>Proposed</a:t>
            </a:r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 Solutions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C471692-51BD-A262-871D-B89BDDE8F122}"/>
              </a:ext>
            </a:extLst>
          </p:cNvPr>
          <p:cNvSpPr/>
          <p:nvPr/>
        </p:nvSpPr>
        <p:spPr>
          <a:xfrm>
            <a:off x="474742" y="2993783"/>
            <a:ext cx="4681406" cy="1274213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4BD989C-4D2B-ABA6-D25A-D719EFEC84B5}"/>
              </a:ext>
            </a:extLst>
          </p:cNvPr>
          <p:cNvSpPr/>
          <p:nvPr/>
        </p:nvSpPr>
        <p:spPr>
          <a:xfrm>
            <a:off x="474742" y="1525539"/>
            <a:ext cx="4681406" cy="1274213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96760D-2B65-A713-993A-B09810367C9A}"/>
              </a:ext>
            </a:extLst>
          </p:cNvPr>
          <p:cNvSpPr txBox="1"/>
          <p:nvPr/>
        </p:nvSpPr>
        <p:spPr>
          <a:xfrm>
            <a:off x="680755" y="1523734"/>
            <a:ext cx="418356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1: Low SNR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Artifact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detection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correction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improve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signal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quality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 sz="2000">
              <a:solidFill>
                <a:schemeClr val="bg1"/>
              </a:solidFill>
            </a:endParaRPr>
          </a:p>
          <a:p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2: Multiple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artifacts</a:t>
            </a:r>
            <a:endParaRPr lang="de-DE" sz="2000" b="1" u="sng">
              <a:solidFill>
                <a:srgbClr val="11AEF7"/>
              </a:solidFill>
              <a:ea typeface="+mn-lt"/>
              <a:cs typeface="+mn-lt"/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  Use task-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specific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hybrid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methods</a:t>
            </a:r>
            <a:endParaRPr lang="de-DE" sz="2000">
              <a:solidFill>
                <a:schemeClr val="bg1"/>
              </a:solidFill>
            </a:endParaRPr>
          </a:p>
          <a:p>
            <a:pPr algn="l"/>
            <a:endParaRPr lang="de-DE" sz="2000" b="1" u="sng">
              <a:solidFill>
                <a:schemeClr val="bg1"/>
              </a:solidFill>
            </a:endParaRPr>
          </a:p>
          <a:p>
            <a:endParaRPr lang="de-DE" sz="2000" b="1" u="sng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Challenge 3: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Foundation</a:t>
            </a:r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model</a:t>
            </a:r>
            <a:r>
              <a:rPr lang="de-DE" sz="2000" b="1" u="sng">
                <a:solidFill>
                  <a:srgbClr val="11AEF7"/>
                </a:solidFill>
                <a:ea typeface="+mn-lt"/>
                <a:cs typeface="+mn-lt"/>
              </a:rPr>
              <a:t> </a:t>
            </a:r>
            <a:r>
              <a:rPr lang="de-DE" sz="2000" b="1" u="sng" err="1">
                <a:solidFill>
                  <a:srgbClr val="11AEF7"/>
                </a:solidFill>
                <a:ea typeface="+mn-lt"/>
                <a:cs typeface="+mn-lt"/>
              </a:rPr>
              <a:t>limitations</a:t>
            </a:r>
            <a:endParaRPr lang="de-DE" sz="2000" b="1" u="sng">
              <a:solidFill>
                <a:srgbClr val="11AEF7"/>
              </a:solidFill>
              <a:ea typeface="+mn-lt"/>
              <a:cs typeface="+mn-lt"/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Integrating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brain-inspired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algorithms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into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foundation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models</a:t>
            </a:r>
            <a:endParaRPr lang="de-DE" sz="20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71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B4B6F-853B-53F8-7EAF-C87BC853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581B0-4E92-7017-F99F-BA86339E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 err="1">
                <a:solidFill>
                  <a:schemeClr val="bg1"/>
                </a:solidFill>
                <a:ea typeface="+mj-lt"/>
                <a:cs typeface="+mj-lt"/>
              </a:rPr>
              <a:t>Recent</a:t>
            </a:r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 Solution: EEG-X</a:t>
            </a:r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73D0C6F-B12A-4C0F-57F3-BAC835411F04}"/>
              </a:ext>
            </a:extLst>
          </p:cNvPr>
          <p:cNvSpPr/>
          <p:nvPr/>
        </p:nvSpPr>
        <p:spPr>
          <a:xfrm>
            <a:off x="400401" y="1525540"/>
            <a:ext cx="5155332" cy="4879773"/>
          </a:xfrm>
          <a:prstGeom prst="roundRect">
            <a:avLst/>
          </a:prstGeom>
          <a:solidFill>
            <a:srgbClr val="012963"/>
          </a:solidFill>
          <a:ln>
            <a:solidFill>
              <a:srgbClr val="0CB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A3B2D4D-38A5-B5D2-1AD8-0FAE456F9895}"/>
              </a:ext>
            </a:extLst>
          </p:cNvPr>
          <p:cNvSpPr txBox="1"/>
          <p:nvPr/>
        </p:nvSpPr>
        <p:spPr>
          <a:xfrm>
            <a:off x="810853" y="1718880"/>
            <a:ext cx="4434465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b="1">
                <a:solidFill>
                  <a:srgbClr val="11AEF7"/>
                </a:solidFill>
                <a:ea typeface="+mn-lt"/>
                <a:cs typeface="+mn-lt"/>
              </a:rPr>
              <a:t>EEG-X:</a:t>
            </a:r>
          </a:p>
          <a:p>
            <a:pPr marL="342900" indent="-342900">
              <a:buFont typeface="Courier New"/>
              <a:buChar char="o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Encodes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electrode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positions</a:t>
            </a:r>
            <a:endParaRPr lang="de-DE" sz="2000" err="1">
              <a:solidFill>
                <a:schemeClr val="bg1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Courier New"/>
              <a:buChar char="o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Reconstructs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artifact-removed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EEG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signals</a:t>
            </a:r>
          </a:p>
          <a:p>
            <a:pPr marL="342900" indent="-342900">
              <a:buFont typeface="Courier New"/>
              <a:buChar char="o"/>
            </a:pPr>
            <a:endParaRPr lang="de-DE" sz="20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Font typeface="Courier New"/>
              <a:buChar char="o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Uses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DiCT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projection</a:t>
            </a: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compares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EEG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signals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more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reliably</a:t>
            </a: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reduces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sensitivity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noise</a:t>
            </a:r>
          </a:p>
          <a:p>
            <a:pPr marL="800100" lvl="1" indent="-342900">
              <a:buFont typeface="Arial"/>
              <a:buChar char="•"/>
            </a:pP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captures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frequency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shape</a:t>
            </a:r>
            <a:r>
              <a:rPr lang="de-DE" sz="20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+mn-lt"/>
                <a:cs typeface="+mn-lt"/>
              </a:rPr>
              <a:t>patterns</a:t>
            </a:r>
          </a:p>
        </p:txBody>
      </p:sp>
    </p:spTree>
    <p:extLst>
      <p:ext uri="{BB962C8B-B14F-4D97-AF65-F5344CB8AC3E}">
        <p14:creationId xmlns:p14="http://schemas.microsoft.com/office/powerpoint/2010/main" val="1413142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25A3A-F293-6CFC-19CB-0B55A542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F270A-7C71-ACD5-92B8-A8B934A6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73DEF5-B8BC-9E2D-16CF-CEA2C65A4948}"/>
              </a:ext>
            </a:extLst>
          </p:cNvPr>
          <p:cNvSpPr txBox="1"/>
          <p:nvPr/>
        </p:nvSpPr>
        <p:spPr>
          <a:xfrm>
            <a:off x="562952" y="1710104"/>
            <a:ext cx="10905146" cy="45243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Experiment 1: </a:t>
            </a:r>
            <a:r>
              <a:rPr lang="de-DE" b="1" err="1">
                <a:solidFill>
                  <a:schemeClr val="bg1"/>
                </a:solidFill>
              </a:rPr>
              <a:t>Studying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 err="1">
                <a:solidFill>
                  <a:schemeClr val="bg1"/>
                </a:solidFill>
              </a:rPr>
              <a:t>the</a:t>
            </a:r>
            <a:r>
              <a:rPr lang="de-DE" b="1">
                <a:solidFill>
                  <a:schemeClr val="bg1"/>
                </a:solidFill>
              </a:rPr>
              <a:t> Uncanny Valley </a:t>
            </a:r>
            <a:r>
              <a:rPr lang="de-DE" b="1" err="1">
                <a:solidFill>
                  <a:schemeClr val="bg1"/>
                </a:solidFill>
              </a:rPr>
              <a:t>Effect</a:t>
            </a:r>
            <a:r>
              <a:rPr lang="de-DE" b="1">
                <a:solidFill>
                  <a:schemeClr val="bg1"/>
                </a:solidFill>
              </a:rPr>
              <a:t> in AI-NLR via EEG</a:t>
            </a:r>
            <a:endParaRPr lang="de-DE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Presentation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AI-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generated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videos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featuring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characters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varying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Near-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Comic).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characters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news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content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information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weather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reports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Integrated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diverse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audio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(e.g., high-quality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voice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clones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basic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mechanical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robotic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voices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Incongruence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Stress):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High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visual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realism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combined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robotic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audio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significantly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(Engagement Drop):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Incongruent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uncanny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moments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decrease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patterns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using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built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-in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detection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Stress, Engagement, and Interest).</a:t>
            </a:r>
            <a:endParaRPr lang="de-DE"/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2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8DC72-9E4E-9327-A7C3-2A2E4A52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6B0E1F-CFA0-CD0D-10D9-1A2DCEFF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ED7232D-6652-B131-9224-611E771CC4DB}"/>
              </a:ext>
            </a:extLst>
          </p:cNvPr>
          <p:cNvSpPr txBox="1"/>
          <p:nvPr/>
        </p:nvSpPr>
        <p:spPr>
          <a:xfrm>
            <a:off x="562952" y="1710104"/>
            <a:ext cx="10905146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Experiment 2: Expert vs. Plain Language 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endParaRPr lang="de-DE" err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Live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between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"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consultant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"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wearer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Variable: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Use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complex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simplified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plain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Load):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Technical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jargon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excessive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Focus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eventual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fatigue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(Frustration):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Lack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clarity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expert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triggers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peaks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H3 (Engagement):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Plain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sustain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social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connection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Comparison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(Focus, Stress, Engagement)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Frontal Theta Power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marker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effort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97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DA102-9CB8-1045-1E87-7043FAE0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0627F-3346-9477-431B-33F86AD8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Possible Experiments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E6C932-97CF-F22F-1B71-B1E52FAB63A6}"/>
              </a:ext>
            </a:extLst>
          </p:cNvPr>
          <p:cNvSpPr txBox="1"/>
          <p:nvPr/>
        </p:nvSpPr>
        <p:spPr>
          <a:xfrm>
            <a:off x="562952" y="1710104"/>
            <a:ext cx="10905146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Experiment 2: Expert vs. Plain Language in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endParaRPr lang="de-DE" err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Setup: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Live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between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"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consultant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"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wearer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Variable: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Use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technical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complex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vs.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simplified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plain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Hypotheses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H1 (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Cognitive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Load):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Technical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jargon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leads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excessive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Focus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levels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eventual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fatigue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H2 (Frustration):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Lack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clarity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expert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triggers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measurable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Stress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peaks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H3 (Engagement):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Plain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language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resources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sustain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higher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Engagement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social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connection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Evaluation:</a:t>
            </a: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Comparison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Performance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(Focus, Stress, Engagement)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EmotivPro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pPr marL="742950" lvl="1" indent="-285750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Analysis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Frontal Theta Power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marker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mental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effort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/>
          </a:p>
          <a:p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0EC0F7B-5D6D-B09C-0EFB-A7C8C93E7800}"/>
              </a:ext>
            </a:extLst>
          </p:cNvPr>
          <p:cNvSpPr txBox="1"/>
          <p:nvPr/>
        </p:nvSpPr>
        <p:spPr>
          <a:xfrm>
            <a:off x="562952" y="5148873"/>
            <a:ext cx="109051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!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also possible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use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attention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and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excitement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well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conduct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experiments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multilingual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dialogues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 !</a:t>
            </a:r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156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5A392-7680-0689-5A44-5FEB3F70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BCEBC-AA3E-C53E-6D44-BB1FA024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548005"/>
            <a:ext cx="10515600" cy="980123"/>
          </a:xfrm>
        </p:spPr>
        <p:txBody>
          <a:bodyPr/>
          <a:lstStyle/>
          <a:p>
            <a:r>
              <a:rPr lang="de-DE">
                <a:solidFill>
                  <a:schemeClr val="bg1"/>
                </a:solidFill>
                <a:ea typeface="+mj-lt"/>
                <a:cs typeface="+mj-lt"/>
              </a:rPr>
              <a:t>Evaluation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39661E-9539-8833-767A-511A74B4C43A}"/>
              </a:ext>
            </a:extLst>
          </p:cNvPr>
          <p:cNvSpPr txBox="1"/>
          <p:nvPr/>
        </p:nvSpPr>
        <p:spPr>
          <a:xfrm>
            <a:off x="641106" y="1329104"/>
            <a:ext cx="10905146" cy="4801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b="1"/>
          </a:p>
          <a:p>
            <a:pPr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Artifact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Suppression &amp;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Filtering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filtering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motion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artifacts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jaw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/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muscle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activity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) and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eye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blinks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ensure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signal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purity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Environmental Noise Control</a:t>
            </a:r>
            <a:endParaRPr lang="de-DE"/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identify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potential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electromagnetic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noise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from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monitors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external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hardware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Baseline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Calibration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Record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dedicated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resting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baseline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each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participant</a:t>
            </a: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Precision Event-Marking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Evaluate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based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on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timestamps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synchronized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exactly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onset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visual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auditory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stimuli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endParaRPr lang="de-DE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Metric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Smoothing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 &amp; Lag </a:t>
            </a:r>
            <a:r>
              <a:rPr lang="de-DE" b="1" err="1">
                <a:solidFill>
                  <a:schemeClr val="bg1"/>
                </a:solidFill>
                <a:ea typeface="+mn-lt"/>
                <a:cs typeface="+mn-lt"/>
              </a:rPr>
              <a:t>Consideration</a:t>
            </a:r>
            <a:endParaRPr lang="de-DE" err="1">
              <a:solidFill>
                <a:schemeClr val="bg1"/>
              </a:solidFill>
            </a:endParaRPr>
          </a:p>
          <a:p>
            <a:pPr lvl="1">
              <a:buFont typeface="Arial"/>
              <a:buChar char="•"/>
            </a:pP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Account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for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b="1">
                <a:solidFill>
                  <a:schemeClr val="bg1"/>
                </a:solidFill>
                <a:ea typeface="+mn-lt"/>
                <a:cs typeface="+mn-lt"/>
              </a:rPr>
              <a:t>temporal lag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inherent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in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translated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metrics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compared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to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raw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 EEG </a:t>
            </a:r>
            <a:r>
              <a:rPr lang="de-DE" err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de-DE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de-DE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de-DE" b="1">
              <a:solidFill>
                <a:schemeClr val="bg1"/>
              </a:solidFill>
            </a:endParaRPr>
          </a:p>
          <a:p>
            <a:endParaRPr lang="de-DE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36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B10EE-16A5-E1B4-F642-67608918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98A14-D63C-8ACD-A9CF-3DE38948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https://www.sciencedirect.com/topics/agricultural-and-biological-sciences/brain-waves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https://books.byui.edu/bio_264_anatomy_phy_I/1111_cerebral_cortex</a:t>
            </a:r>
          </a:p>
          <a:p>
            <a:r>
              <a:rPr lang="de-DE" sz="2000">
                <a:solidFill>
                  <a:schemeClr val="bg1"/>
                </a:solidFill>
                <a:latin typeface="Helvetica Neue"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https://www.learningeeg.com/basic-eeg-electrophysiology</a:t>
            </a:r>
            <a:endParaRPr lang="de-DE" sz="2000">
              <a:solidFill>
                <a:schemeClr val="bg1"/>
              </a:solidFill>
              <a:ea typeface="+mn-lt"/>
              <a:cs typeface="+mn-lt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https://www.emotiv.com/de/flex?product-variant=saline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https://pmc.ncbi.nlm.nih.gov/articles/PMC11652537/</a:t>
            </a:r>
          </a:p>
          <a:p>
            <a:r>
              <a:rPr lang="de-DE" sz="2000">
                <a:solidFill>
                  <a:schemeClr val="bg1"/>
                </a:solidFill>
                <a:ea typeface="+mn-lt"/>
                <a:cs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https://pmc.ncbi.nlm.nih.gov/articles/PMC8521924/</a:t>
            </a:r>
          </a:p>
          <a:p>
            <a:r>
              <a:rPr lang="de-DE" sz="2000" u="sng">
                <a:solidFill>
                  <a:schemeClr val="bg1"/>
                </a:solidFill>
                <a:ea typeface="+mn-lt"/>
                <a:cs typeface="+mn-lt"/>
              </a:rPr>
              <a:t>https://openreview.net/forum?id=pJlXo9TlW1</a:t>
            </a:r>
            <a:endParaRPr lang="de-DE" sz="2000" u="sng">
              <a:solidFill>
                <a:schemeClr val="bg1"/>
              </a:solidFill>
            </a:endParaRPr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69129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15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6" baseType="lpstr">
      <vt:lpstr>Larissa</vt:lpstr>
      <vt:lpstr>PowerPoint-Präsentation</vt:lpstr>
      <vt:lpstr>Electroencephalography, EEG</vt:lpstr>
      <vt:lpstr>PowerPoint-Präsentation</vt:lpstr>
      <vt:lpstr>Brain Waves</vt:lpstr>
      <vt:lpstr>Emotiv Flex 2 Saline  </vt:lpstr>
      <vt:lpstr>Emotive Flex 2 Saline</vt:lpstr>
      <vt:lpstr>EmotivPRO</vt:lpstr>
      <vt:lpstr>Current Challenges in EEG</vt:lpstr>
      <vt:lpstr>Proposed Solutions</vt:lpstr>
      <vt:lpstr>Recent Solution: EEG-X</vt:lpstr>
      <vt:lpstr>Possible Experiments</vt:lpstr>
      <vt:lpstr>Possible Experiments</vt:lpstr>
      <vt:lpstr>Possible Experiments</vt:lpstr>
      <vt:lpstr>Evaluation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2026-05-12T12:47:58Z</dcterms:created>
  <dcterms:modified xsi:type="dcterms:W3CDTF">2026-05-15T06:59:40Z</dcterms:modified>
</cp:coreProperties>
</file>